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Bebas Neu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BebasNeue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f46a57244e_0_3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f46a57244e_0_3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f46a57244e_0_7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f46a57244e_0_7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c9bd3849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c9bd3849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c9bd3849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c9bd3849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c9bd3849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c9bd3849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c9bd38492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c9bd38492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c9bd38492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c9bd3849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c9bd38492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c9bd38492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ca18c762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ca18c762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96250" y="1391250"/>
            <a:ext cx="7317600" cy="218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92500" y="3647550"/>
            <a:ext cx="4359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07625"/>
            <a:ext cx="7704000" cy="3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715100" y="1679050"/>
            <a:ext cx="4061100" cy="29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100" y="534998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2207325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hasCustomPrompt="1" type="title"/>
          </p:nvPr>
        </p:nvSpPr>
        <p:spPr>
          <a:xfrm>
            <a:off x="720000" y="11496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720000" y="238231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hasCustomPrompt="1" idx="2" type="title"/>
          </p:nvPr>
        </p:nvSpPr>
        <p:spPr>
          <a:xfrm>
            <a:off x="3403800" y="11496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/>
          <p:nvPr>
            <p:ph idx="3" type="subTitle"/>
          </p:nvPr>
        </p:nvSpPr>
        <p:spPr>
          <a:xfrm>
            <a:off x="3403800" y="238231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6087600" y="11496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5" type="subTitle"/>
          </p:nvPr>
        </p:nvSpPr>
        <p:spPr>
          <a:xfrm>
            <a:off x="6087600" y="2382311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hasCustomPrompt="1" idx="6" type="title"/>
          </p:nvPr>
        </p:nvSpPr>
        <p:spPr>
          <a:xfrm>
            <a:off x="720000" y="28671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idx="7" type="subTitle"/>
          </p:nvPr>
        </p:nvSpPr>
        <p:spPr>
          <a:xfrm>
            <a:off x="720000" y="4121128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hasCustomPrompt="1" idx="8" type="title"/>
          </p:nvPr>
        </p:nvSpPr>
        <p:spPr>
          <a:xfrm>
            <a:off x="3403800" y="28671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9" type="subTitle"/>
          </p:nvPr>
        </p:nvSpPr>
        <p:spPr>
          <a:xfrm>
            <a:off x="3403800" y="4121128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hasCustomPrompt="1" idx="13" type="title"/>
          </p:nvPr>
        </p:nvSpPr>
        <p:spPr>
          <a:xfrm>
            <a:off x="6087600" y="28671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4" type="subTitle"/>
          </p:nvPr>
        </p:nvSpPr>
        <p:spPr>
          <a:xfrm>
            <a:off x="6087600" y="4121128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5" type="title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6" type="subTitle"/>
          </p:nvPr>
        </p:nvSpPr>
        <p:spPr>
          <a:xfrm>
            <a:off x="715100" y="1671350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7" type="subTitle"/>
          </p:nvPr>
        </p:nvSpPr>
        <p:spPr>
          <a:xfrm>
            <a:off x="3403800" y="1671350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8" type="subTitle"/>
          </p:nvPr>
        </p:nvSpPr>
        <p:spPr>
          <a:xfrm>
            <a:off x="6092500" y="1671350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9" type="subTitle"/>
          </p:nvPr>
        </p:nvSpPr>
        <p:spPr>
          <a:xfrm>
            <a:off x="715100" y="340562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0" type="subTitle"/>
          </p:nvPr>
        </p:nvSpPr>
        <p:spPr>
          <a:xfrm>
            <a:off x="3403800" y="340562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21" type="subTitle"/>
          </p:nvPr>
        </p:nvSpPr>
        <p:spPr>
          <a:xfrm>
            <a:off x="6092500" y="340562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290025" y="2928400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458125" y="1188100"/>
            <a:ext cx="62277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720000" y="1302500"/>
            <a:ext cx="2907600" cy="13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720000" y="23304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2" type="subTitle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3" type="subTitle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4" type="subTitle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3403800" y="23304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6087600" y="23304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720000" y="23304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2" type="subTitle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3" type="subTitle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4" type="subTitle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5" type="subTitle"/>
          </p:nvPr>
        </p:nvSpPr>
        <p:spPr>
          <a:xfrm>
            <a:off x="3403800" y="23304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6" type="subTitle"/>
          </p:nvPr>
        </p:nvSpPr>
        <p:spPr>
          <a:xfrm>
            <a:off x="6087600" y="23304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1195875" y="1555975"/>
            <a:ext cx="28671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2" type="subTitle"/>
          </p:nvPr>
        </p:nvSpPr>
        <p:spPr>
          <a:xfrm>
            <a:off x="1195863" y="2269375"/>
            <a:ext cx="28671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subTitle"/>
          </p:nvPr>
        </p:nvSpPr>
        <p:spPr>
          <a:xfrm>
            <a:off x="5081043" y="2269375"/>
            <a:ext cx="28671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4" type="subTitle"/>
          </p:nvPr>
        </p:nvSpPr>
        <p:spPr>
          <a:xfrm>
            <a:off x="1195863" y="3659300"/>
            <a:ext cx="28671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5" type="subTitle"/>
          </p:nvPr>
        </p:nvSpPr>
        <p:spPr>
          <a:xfrm>
            <a:off x="5081043" y="3659300"/>
            <a:ext cx="28671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6" type="subTitle"/>
          </p:nvPr>
        </p:nvSpPr>
        <p:spPr>
          <a:xfrm>
            <a:off x="1195875" y="2945900"/>
            <a:ext cx="28671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7" type="subTitle"/>
          </p:nvPr>
        </p:nvSpPr>
        <p:spPr>
          <a:xfrm>
            <a:off x="5081050" y="1555975"/>
            <a:ext cx="28671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8" type="subTitle"/>
          </p:nvPr>
        </p:nvSpPr>
        <p:spPr>
          <a:xfrm>
            <a:off x="5081050" y="2945900"/>
            <a:ext cx="28671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720000" y="219648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2" type="subTitle"/>
          </p:nvPr>
        </p:nvSpPr>
        <p:spPr>
          <a:xfrm>
            <a:off x="3403800" y="219648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3" type="subTitle"/>
          </p:nvPr>
        </p:nvSpPr>
        <p:spPr>
          <a:xfrm>
            <a:off x="6087600" y="2196486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4" type="subTitle"/>
          </p:nvPr>
        </p:nvSpPr>
        <p:spPr>
          <a:xfrm>
            <a:off x="720000" y="3851103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5" type="subTitle"/>
          </p:nvPr>
        </p:nvSpPr>
        <p:spPr>
          <a:xfrm>
            <a:off x="3403800" y="3851103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6" type="subTitle"/>
          </p:nvPr>
        </p:nvSpPr>
        <p:spPr>
          <a:xfrm>
            <a:off x="6087600" y="3851103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7" type="subTitle"/>
          </p:nvPr>
        </p:nvSpPr>
        <p:spPr>
          <a:xfrm>
            <a:off x="715100" y="148552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8" type="subTitle"/>
          </p:nvPr>
        </p:nvSpPr>
        <p:spPr>
          <a:xfrm>
            <a:off x="3403800" y="148552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9" type="subTitle"/>
          </p:nvPr>
        </p:nvSpPr>
        <p:spPr>
          <a:xfrm>
            <a:off x="6092500" y="148552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13" type="subTitle"/>
          </p:nvPr>
        </p:nvSpPr>
        <p:spPr>
          <a:xfrm>
            <a:off x="715100" y="3135600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4" type="subTitle"/>
          </p:nvPr>
        </p:nvSpPr>
        <p:spPr>
          <a:xfrm>
            <a:off x="3403800" y="3135600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idx="15" type="subTitle"/>
          </p:nvPr>
        </p:nvSpPr>
        <p:spPr>
          <a:xfrm>
            <a:off x="6092500" y="3135600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hasCustomPrompt="1"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hasCustomPrompt="1" idx="2" type="title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6" name="Google Shape;116;p21"/>
          <p:cNvSpPr txBox="1"/>
          <p:nvPr>
            <p:ph idx="3" type="subTitle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hasCustomPrompt="1"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8" name="Google Shape;118;p21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hasCustomPrompt="1" type="title"/>
          </p:nvPr>
        </p:nvSpPr>
        <p:spPr>
          <a:xfrm>
            <a:off x="715100" y="2090900"/>
            <a:ext cx="20856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715100" y="2796927"/>
            <a:ext cx="2085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hasCustomPrompt="1" idx="2" type="title"/>
          </p:nvPr>
        </p:nvSpPr>
        <p:spPr>
          <a:xfrm>
            <a:off x="3529188" y="2090905"/>
            <a:ext cx="20856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3" name="Google Shape;123;p22"/>
          <p:cNvSpPr txBox="1"/>
          <p:nvPr>
            <p:ph idx="3" type="subTitle"/>
          </p:nvPr>
        </p:nvSpPr>
        <p:spPr>
          <a:xfrm>
            <a:off x="3529188" y="2796932"/>
            <a:ext cx="2085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hasCustomPrompt="1" idx="4" type="title"/>
          </p:nvPr>
        </p:nvSpPr>
        <p:spPr>
          <a:xfrm>
            <a:off x="6343300" y="2090897"/>
            <a:ext cx="20856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22"/>
          <p:cNvSpPr txBox="1"/>
          <p:nvPr>
            <p:ph idx="5" type="subTitle"/>
          </p:nvPr>
        </p:nvSpPr>
        <p:spPr>
          <a:xfrm>
            <a:off x="6343300" y="2796925"/>
            <a:ext cx="2085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ctrTitle"/>
          </p:nvPr>
        </p:nvSpPr>
        <p:spPr>
          <a:xfrm>
            <a:off x="2429925" y="535000"/>
            <a:ext cx="4284000" cy="150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8" name="Google Shape;128;p23"/>
          <p:cNvSpPr txBox="1"/>
          <p:nvPr>
            <p:ph idx="1" type="subTitle"/>
          </p:nvPr>
        </p:nvSpPr>
        <p:spPr>
          <a:xfrm>
            <a:off x="2425050" y="2280800"/>
            <a:ext cx="4293900" cy="12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/>
        </p:nvSpPr>
        <p:spPr>
          <a:xfrm>
            <a:off x="2779275" y="3514700"/>
            <a:ext cx="35853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100">
                <a:solidFill>
                  <a:srgbClr val="000000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including icons by </a:t>
            </a:r>
            <a:r>
              <a:rPr b="1" lang="en" sz="1100">
                <a:solidFill>
                  <a:srgbClr val="000000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and infographics &amp; images by </a:t>
            </a:r>
            <a:r>
              <a:rPr b="1" lang="en" sz="1100">
                <a:solidFill>
                  <a:srgbClr val="000000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6"/>
          <p:cNvGrpSpPr/>
          <p:nvPr/>
        </p:nvGrpSpPr>
        <p:grpSpPr>
          <a:xfrm>
            <a:off x="1376525" y="-1521150"/>
            <a:ext cx="7767703" cy="3383025"/>
            <a:chOff x="24125" y="294775"/>
            <a:chExt cx="7767703" cy="3383025"/>
          </a:xfrm>
        </p:grpSpPr>
        <p:sp>
          <p:nvSpPr>
            <p:cNvPr id="136" name="Google Shape;136;p26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26"/>
          <p:cNvGrpSpPr/>
          <p:nvPr/>
        </p:nvGrpSpPr>
        <p:grpSpPr>
          <a:xfrm>
            <a:off x="368162" y="1909134"/>
            <a:ext cx="352280" cy="353863"/>
            <a:chOff x="1448125" y="1450525"/>
            <a:chExt cx="133500" cy="134100"/>
          </a:xfrm>
        </p:grpSpPr>
        <p:sp>
          <p:nvSpPr>
            <p:cNvPr id="231" name="Google Shape;231;p26"/>
            <p:cNvSpPr/>
            <p:nvPr/>
          </p:nvSpPr>
          <p:spPr>
            <a:xfrm>
              <a:off x="1448125" y="1450525"/>
              <a:ext cx="133500" cy="134100"/>
            </a:xfrm>
            <a:custGeom>
              <a:rect b="b" l="l" r="r" t="t"/>
              <a:pathLst>
                <a:path extrusionOk="0" h="5364" w="5340">
                  <a:moveTo>
                    <a:pt x="2457" y="1"/>
                  </a:moveTo>
                  <a:lnTo>
                    <a:pt x="2256" y="452"/>
                  </a:lnTo>
                  <a:cubicBezTo>
                    <a:pt x="2056" y="502"/>
                    <a:pt x="1855" y="577"/>
                    <a:pt x="1680" y="652"/>
                  </a:cubicBezTo>
                  <a:lnTo>
                    <a:pt x="1229" y="427"/>
                  </a:lnTo>
                  <a:cubicBezTo>
                    <a:pt x="1003" y="552"/>
                    <a:pt x="803" y="727"/>
                    <a:pt x="627" y="928"/>
                  </a:cubicBezTo>
                  <a:lnTo>
                    <a:pt x="828" y="1404"/>
                  </a:lnTo>
                  <a:cubicBezTo>
                    <a:pt x="703" y="1579"/>
                    <a:pt x="602" y="1755"/>
                    <a:pt x="527" y="1955"/>
                  </a:cubicBezTo>
                  <a:lnTo>
                    <a:pt x="51" y="2081"/>
                  </a:lnTo>
                  <a:cubicBezTo>
                    <a:pt x="26" y="2281"/>
                    <a:pt x="1" y="2482"/>
                    <a:pt x="1" y="2682"/>
                  </a:cubicBezTo>
                  <a:cubicBezTo>
                    <a:pt x="1" y="2757"/>
                    <a:pt x="1" y="2808"/>
                    <a:pt x="1" y="2883"/>
                  </a:cubicBezTo>
                  <a:lnTo>
                    <a:pt x="452" y="3083"/>
                  </a:lnTo>
                  <a:cubicBezTo>
                    <a:pt x="502" y="3284"/>
                    <a:pt x="552" y="3484"/>
                    <a:pt x="652" y="3685"/>
                  </a:cubicBezTo>
                  <a:lnTo>
                    <a:pt x="402" y="4111"/>
                  </a:lnTo>
                  <a:cubicBezTo>
                    <a:pt x="552" y="4336"/>
                    <a:pt x="728" y="4537"/>
                    <a:pt x="928" y="4712"/>
                  </a:cubicBezTo>
                  <a:lnTo>
                    <a:pt x="1379" y="4537"/>
                  </a:lnTo>
                  <a:cubicBezTo>
                    <a:pt x="1555" y="4637"/>
                    <a:pt x="1755" y="4737"/>
                    <a:pt x="1956" y="4813"/>
                  </a:cubicBezTo>
                  <a:lnTo>
                    <a:pt x="2081" y="5289"/>
                  </a:lnTo>
                  <a:cubicBezTo>
                    <a:pt x="2282" y="5339"/>
                    <a:pt x="2457" y="5364"/>
                    <a:pt x="2657" y="5364"/>
                  </a:cubicBezTo>
                  <a:cubicBezTo>
                    <a:pt x="2733" y="5364"/>
                    <a:pt x="2808" y="5364"/>
                    <a:pt x="2883" y="5339"/>
                  </a:cubicBezTo>
                  <a:lnTo>
                    <a:pt x="3084" y="4888"/>
                  </a:lnTo>
                  <a:cubicBezTo>
                    <a:pt x="3284" y="4863"/>
                    <a:pt x="3485" y="4787"/>
                    <a:pt x="3660" y="4687"/>
                  </a:cubicBezTo>
                  <a:lnTo>
                    <a:pt x="4111" y="4938"/>
                  </a:lnTo>
                  <a:cubicBezTo>
                    <a:pt x="4337" y="4787"/>
                    <a:pt x="4537" y="4612"/>
                    <a:pt x="4713" y="4412"/>
                  </a:cubicBezTo>
                  <a:lnTo>
                    <a:pt x="4512" y="3960"/>
                  </a:lnTo>
                  <a:cubicBezTo>
                    <a:pt x="4637" y="3785"/>
                    <a:pt x="4738" y="3610"/>
                    <a:pt x="4813" y="3409"/>
                  </a:cubicBezTo>
                  <a:lnTo>
                    <a:pt x="5289" y="3259"/>
                  </a:lnTo>
                  <a:cubicBezTo>
                    <a:pt x="5314" y="3083"/>
                    <a:pt x="5339" y="2883"/>
                    <a:pt x="5339" y="2682"/>
                  </a:cubicBezTo>
                  <a:cubicBezTo>
                    <a:pt x="5339" y="2607"/>
                    <a:pt x="5339" y="2532"/>
                    <a:pt x="5339" y="2482"/>
                  </a:cubicBezTo>
                  <a:lnTo>
                    <a:pt x="4888" y="2281"/>
                  </a:lnTo>
                  <a:cubicBezTo>
                    <a:pt x="4838" y="2056"/>
                    <a:pt x="4788" y="1855"/>
                    <a:pt x="4688" y="1680"/>
                  </a:cubicBezTo>
                  <a:lnTo>
                    <a:pt x="4938" y="1254"/>
                  </a:lnTo>
                  <a:cubicBezTo>
                    <a:pt x="4788" y="1028"/>
                    <a:pt x="4612" y="828"/>
                    <a:pt x="4412" y="652"/>
                  </a:cubicBezTo>
                  <a:lnTo>
                    <a:pt x="3961" y="828"/>
                  </a:lnTo>
                  <a:cubicBezTo>
                    <a:pt x="3785" y="702"/>
                    <a:pt x="3585" y="602"/>
                    <a:pt x="3384" y="552"/>
                  </a:cubicBezTo>
                  <a:lnTo>
                    <a:pt x="3259" y="76"/>
                  </a:lnTo>
                  <a:cubicBezTo>
                    <a:pt x="3058" y="26"/>
                    <a:pt x="2883" y="1"/>
                    <a:pt x="2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1476325" y="1479350"/>
              <a:ext cx="77100" cy="76475"/>
            </a:xfrm>
            <a:custGeom>
              <a:rect b="b" l="l" r="r" t="t"/>
              <a:pathLst>
                <a:path extrusionOk="0" h="3059" w="3084">
                  <a:moveTo>
                    <a:pt x="1529" y="0"/>
                  </a:moveTo>
                  <a:cubicBezTo>
                    <a:pt x="702" y="0"/>
                    <a:pt x="1" y="677"/>
                    <a:pt x="1" y="1529"/>
                  </a:cubicBezTo>
                  <a:cubicBezTo>
                    <a:pt x="1" y="2381"/>
                    <a:pt x="702" y="3058"/>
                    <a:pt x="1529" y="3058"/>
                  </a:cubicBezTo>
                  <a:cubicBezTo>
                    <a:pt x="2382" y="3058"/>
                    <a:pt x="3083" y="2381"/>
                    <a:pt x="3083" y="1529"/>
                  </a:cubicBezTo>
                  <a:cubicBezTo>
                    <a:pt x="3083" y="677"/>
                    <a:pt x="2382" y="0"/>
                    <a:pt x="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p26"/>
          <p:cNvGrpSpPr/>
          <p:nvPr/>
        </p:nvGrpSpPr>
        <p:grpSpPr>
          <a:xfrm>
            <a:off x="723674" y="1578426"/>
            <a:ext cx="552301" cy="552301"/>
            <a:chOff x="1582850" y="1325200"/>
            <a:chExt cx="209300" cy="209300"/>
          </a:xfrm>
        </p:grpSpPr>
        <p:sp>
          <p:nvSpPr>
            <p:cNvPr id="234" name="Google Shape;234;p26"/>
            <p:cNvSpPr/>
            <p:nvPr/>
          </p:nvSpPr>
          <p:spPr>
            <a:xfrm>
              <a:off x="1582850" y="1325200"/>
              <a:ext cx="209300" cy="209300"/>
            </a:xfrm>
            <a:custGeom>
              <a:rect b="b" l="l" r="r" t="t"/>
              <a:pathLst>
                <a:path extrusionOk="0" h="8372" w="8372">
                  <a:moveTo>
                    <a:pt x="4111" y="1"/>
                  </a:moveTo>
                  <a:cubicBezTo>
                    <a:pt x="3810" y="1"/>
                    <a:pt x="3509" y="26"/>
                    <a:pt x="3208" y="101"/>
                  </a:cubicBezTo>
                  <a:cubicBezTo>
                    <a:pt x="3083" y="126"/>
                    <a:pt x="2983" y="176"/>
                    <a:pt x="2883" y="201"/>
                  </a:cubicBezTo>
                  <a:lnTo>
                    <a:pt x="2757" y="953"/>
                  </a:lnTo>
                  <a:cubicBezTo>
                    <a:pt x="2456" y="1104"/>
                    <a:pt x="2181" y="1279"/>
                    <a:pt x="1930" y="1480"/>
                  </a:cubicBezTo>
                  <a:lnTo>
                    <a:pt x="1178" y="1279"/>
                  </a:lnTo>
                  <a:cubicBezTo>
                    <a:pt x="878" y="1580"/>
                    <a:pt x="652" y="1931"/>
                    <a:pt x="451" y="2282"/>
                  </a:cubicBezTo>
                  <a:lnTo>
                    <a:pt x="903" y="2933"/>
                  </a:lnTo>
                  <a:cubicBezTo>
                    <a:pt x="777" y="3234"/>
                    <a:pt x="702" y="3560"/>
                    <a:pt x="677" y="3886"/>
                  </a:cubicBezTo>
                  <a:lnTo>
                    <a:pt x="0" y="4262"/>
                  </a:lnTo>
                  <a:cubicBezTo>
                    <a:pt x="0" y="4562"/>
                    <a:pt x="50" y="4863"/>
                    <a:pt x="126" y="5189"/>
                  </a:cubicBezTo>
                  <a:cubicBezTo>
                    <a:pt x="151" y="5289"/>
                    <a:pt x="176" y="5389"/>
                    <a:pt x="201" y="5490"/>
                  </a:cubicBezTo>
                  <a:lnTo>
                    <a:pt x="978" y="5615"/>
                  </a:lnTo>
                  <a:cubicBezTo>
                    <a:pt x="1103" y="5941"/>
                    <a:pt x="1279" y="6217"/>
                    <a:pt x="1504" y="6442"/>
                  </a:cubicBezTo>
                  <a:lnTo>
                    <a:pt x="1279" y="7194"/>
                  </a:lnTo>
                  <a:cubicBezTo>
                    <a:pt x="1579" y="7495"/>
                    <a:pt x="1930" y="7745"/>
                    <a:pt x="2306" y="7921"/>
                  </a:cubicBezTo>
                  <a:lnTo>
                    <a:pt x="2933" y="7470"/>
                  </a:lnTo>
                  <a:cubicBezTo>
                    <a:pt x="3233" y="7595"/>
                    <a:pt x="3559" y="7670"/>
                    <a:pt x="3885" y="7695"/>
                  </a:cubicBezTo>
                  <a:lnTo>
                    <a:pt x="4261" y="8372"/>
                  </a:lnTo>
                  <a:cubicBezTo>
                    <a:pt x="4562" y="8372"/>
                    <a:pt x="4888" y="8322"/>
                    <a:pt x="5188" y="8247"/>
                  </a:cubicBezTo>
                  <a:cubicBezTo>
                    <a:pt x="5289" y="8222"/>
                    <a:pt x="5389" y="8196"/>
                    <a:pt x="5489" y="8171"/>
                  </a:cubicBezTo>
                  <a:lnTo>
                    <a:pt x="5639" y="7394"/>
                  </a:lnTo>
                  <a:cubicBezTo>
                    <a:pt x="5940" y="7269"/>
                    <a:pt x="6216" y="7094"/>
                    <a:pt x="6467" y="6893"/>
                  </a:cubicBezTo>
                  <a:lnTo>
                    <a:pt x="7218" y="7094"/>
                  </a:lnTo>
                  <a:cubicBezTo>
                    <a:pt x="7494" y="6793"/>
                    <a:pt x="7745" y="6442"/>
                    <a:pt x="7920" y="6066"/>
                  </a:cubicBezTo>
                  <a:lnTo>
                    <a:pt x="7494" y="5440"/>
                  </a:lnTo>
                  <a:cubicBezTo>
                    <a:pt x="7594" y="5139"/>
                    <a:pt x="7670" y="4813"/>
                    <a:pt x="7695" y="4487"/>
                  </a:cubicBezTo>
                  <a:lnTo>
                    <a:pt x="8371" y="4111"/>
                  </a:lnTo>
                  <a:cubicBezTo>
                    <a:pt x="8371" y="3810"/>
                    <a:pt x="8346" y="3485"/>
                    <a:pt x="8271" y="3184"/>
                  </a:cubicBezTo>
                  <a:cubicBezTo>
                    <a:pt x="8246" y="3084"/>
                    <a:pt x="8196" y="2983"/>
                    <a:pt x="8171" y="2883"/>
                  </a:cubicBezTo>
                  <a:lnTo>
                    <a:pt x="7419" y="2758"/>
                  </a:lnTo>
                  <a:cubicBezTo>
                    <a:pt x="7269" y="2432"/>
                    <a:pt x="7093" y="2156"/>
                    <a:pt x="6893" y="1906"/>
                  </a:cubicBezTo>
                  <a:lnTo>
                    <a:pt x="7093" y="1179"/>
                  </a:lnTo>
                  <a:cubicBezTo>
                    <a:pt x="6792" y="878"/>
                    <a:pt x="6467" y="628"/>
                    <a:pt x="6091" y="452"/>
                  </a:cubicBezTo>
                  <a:lnTo>
                    <a:pt x="5439" y="903"/>
                  </a:lnTo>
                  <a:cubicBezTo>
                    <a:pt x="5138" y="778"/>
                    <a:pt x="4812" y="703"/>
                    <a:pt x="4487" y="678"/>
                  </a:cubicBezTo>
                  <a:lnTo>
                    <a:pt x="4111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1621075" y="1369750"/>
              <a:ext cx="132850" cy="120200"/>
            </a:xfrm>
            <a:custGeom>
              <a:rect b="b" l="l" r="r" t="t"/>
              <a:pathLst>
                <a:path extrusionOk="0" h="4808" w="5314">
                  <a:moveTo>
                    <a:pt x="2667" y="1"/>
                  </a:moveTo>
                  <a:cubicBezTo>
                    <a:pt x="2474" y="1"/>
                    <a:pt x="2277" y="24"/>
                    <a:pt x="2080" y="74"/>
                  </a:cubicBezTo>
                  <a:cubicBezTo>
                    <a:pt x="802" y="374"/>
                    <a:pt x="0" y="1678"/>
                    <a:pt x="326" y="2981"/>
                  </a:cubicBezTo>
                  <a:cubicBezTo>
                    <a:pt x="603" y="4066"/>
                    <a:pt x="1584" y="4808"/>
                    <a:pt x="2656" y="4808"/>
                  </a:cubicBezTo>
                  <a:cubicBezTo>
                    <a:pt x="2847" y="4808"/>
                    <a:pt x="3040" y="4784"/>
                    <a:pt x="3233" y="4735"/>
                  </a:cubicBezTo>
                  <a:cubicBezTo>
                    <a:pt x="4511" y="4435"/>
                    <a:pt x="5313" y="3131"/>
                    <a:pt x="4988" y="1828"/>
                  </a:cubicBezTo>
                  <a:cubicBezTo>
                    <a:pt x="4732" y="743"/>
                    <a:pt x="3754" y="1"/>
                    <a:pt x="2667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1643000" y="1389100"/>
              <a:ext cx="89625" cy="81300"/>
            </a:xfrm>
            <a:custGeom>
              <a:rect b="b" l="l" r="r" t="t"/>
              <a:pathLst>
                <a:path extrusionOk="0" h="3252" w="3585">
                  <a:moveTo>
                    <a:pt x="1801" y="1"/>
                  </a:moveTo>
                  <a:cubicBezTo>
                    <a:pt x="1670" y="1"/>
                    <a:pt x="1537" y="17"/>
                    <a:pt x="1404" y="51"/>
                  </a:cubicBezTo>
                  <a:cubicBezTo>
                    <a:pt x="527" y="252"/>
                    <a:pt x="0" y="1154"/>
                    <a:pt x="201" y="2006"/>
                  </a:cubicBezTo>
                  <a:cubicBezTo>
                    <a:pt x="394" y="2758"/>
                    <a:pt x="1066" y="3252"/>
                    <a:pt x="1806" y="3252"/>
                  </a:cubicBezTo>
                  <a:cubicBezTo>
                    <a:pt x="1930" y="3252"/>
                    <a:pt x="2055" y="3238"/>
                    <a:pt x="2181" y="3209"/>
                  </a:cubicBezTo>
                  <a:cubicBezTo>
                    <a:pt x="3033" y="2984"/>
                    <a:pt x="3584" y="2107"/>
                    <a:pt x="3359" y="1254"/>
                  </a:cubicBezTo>
                  <a:cubicBezTo>
                    <a:pt x="3189" y="510"/>
                    <a:pt x="2532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1664925" y="1409050"/>
              <a:ext cx="45775" cy="41425"/>
            </a:xfrm>
            <a:custGeom>
              <a:rect b="b" l="l" r="r" t="t"/>
              <a:pathLst>
                <a:path extrusionOk="0" h="1657" w="1831">
                  <a:moveTo>
                    <a:pt x="922" y="0"/>
                  </a:moveTo>
                  <a:cubicBezTo>
                    <a:pt x="850" y="0"/>
                    <a:pt x="776" y="10"/>
                    <a:pt x="702" y="30"/>
                  </a:cubicBezTo>
                  <a:cubicBezTo>
                    <a:pt x="276" y="131"/>
                    <a:pt x="1" y="582"/>
                    <a:pt x="101" y="1033"/>
                  </a:cubicBezTo>
                  <a:cubicBezTo>
                    <a:pt x="186" y="1418"/>
                    <a:pt x="527" y="1656"/>
                    <a:pt x="905" y="1656"/>
                  </a:cubicBezTo>
                  <a:cubicBezTo>
                    <a:pt x="970" y="1656"/>
                    <a:pt x="1037" y="1649"/>
                    <a:pt x="1103" y="1634"/>
                  </a:cubicBezTo>
                  <a:cubicBezTo>
                    <a:pt x="1554" y="1534"/>
                    <a:pt x="1830" y="1083"/>
                    <a:pt x="1705" y="632"/>
                  </a:cubicBezTo>
                  <a:cubicBezTo>
                    <a:pt x="1621" y="255"/>
                    <a:pt x="1292" y="0"/>
                    <a:pt x="9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26"/>
          <p:cNvGrpSpPr/>
          <p:nvPr/>
        </p:nvGrpSpPr>
        <p:grpSpPr>
          <a:xfrm>
            <a:off x="-64791" y="3334954"/>
            <a:ext cx="2438787" cy="1857515"/>
            <a:chOff x="-64791" y="3334954"/>
            <a:chExt cx="2438787" cy="1857515"/>
          </a:xfrm>
        </p:grpSpPr>
        <p:sp>
          <p:nvSpPr>
            <p:cNvPr id="239" name="Google Shape;239;p26"/>
            <p:cNvSpPr/>
            <p:nvPr/>
          </p:nvSpPr>
          <p:spPr>
            <a:xfrm>
              <a:off x="153233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735872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173449" y="4953367"/>
              <a:ext cx="527044" cy="101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-26784" y="4811455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1115" y="4735444"/>
              <a:ext cx="78642" cy="101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811974" y="4755761"/>
              <a:ext cx="53372" cy="101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59715" y="5029378"/>
              <a:ext cx="101" cy="114116"/>
            </a:xfrm>
            <a:custGeom>
              <a:rect b="b" l="l" r="r" t="t"/>
              <a:pathLst>
                <a:path extrusionOk="0" fill="none" h="1129" w="1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335585" y="5029378"/>
              <a:ext cx="101" cy="53268"/>
            </a:xfrm>
            <a:custGeom>
              <a:rect b="b" l="l" r="r" t="t"/>
              <a:pathLst>
                <a:path extrusionOk="0" fill="none" h="527" w="1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244409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611743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535729" y="5029378"/>
              <a:ext cx="101" cy="63376"/>
            </a:xfrm>
            <a:custGeom>
              <a:rect b="b" l="l" r="r" t="t"/>
              <a:pathLst>
                <a:path extrusionOk="0" fill="none" h="627" w="1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5400000">
              <a:off x="1339300" y="4319646"/>
              <a:ext cx="345501" cy="1400147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201348" y="4418870"/>
              <a:ext cx="486510" cy="48648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282416" y="4499934"/>
              <a:ext cx="324374" cy="324358"/>
            </a:xfrm>
            <a:custGeom>
              <a:rect b="b" l="l" r="r" t="t"/>
              <a:pathLst>
                <a:path extrusionOk="0" h="3209" w="3209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153233" y="4388445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153233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191139" y="4370656"/>
              <a:ext cx="527145" cy="101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735872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735872" y="4406134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79746" y="4297273"/>
              <a:ext cx="732242" cy="729678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331917" y="3334954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0" name="Google Shape;260;p26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1" name="Google Shape;261;p26"/>
            <p:cNvSpPr/>
            <p:nvPr/>
          </p:nvSpPr>
          <p:spPr>
            <a:xfrm>
              <a:off x="553421" y="3371325"/>
              <a:ext cx="163326" cy="921005"/>
            </a:xfrm>
            <a:custGeom>
              <a:rect b="b" l="l" r="r" t="t"/>
              <a:pathLst>
                <a:path extrusionOk="0" fill="none" h="5515" w="978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133388" y="3392200"/>
              <a:ext cx="222110" cy="900130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279842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647217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-64791" y="4659535"/>
              <a:ext cx="144548" cy="101"/>
            </a:xfrm>
            <a:custGeom>
              <a:rect b="b" l="l" r="r" t="t"/>
              <a:pathLst>
                <a:path extrusionOk="0" fill="none" h="1" w="143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11223" y="4537939"/>
              <a:ext cx="68534" cy="101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-26784" y="4444139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811974" y="4479617"/>
              <a:ext cx="83696" cy="101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811974" y="4555627"/>
              <a:ext cx="63480" cy="101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1" name="Google Shape;271;p26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2" name="Google Shape;272;p26"/>
          <p:cNvGrpSpPr/>
          <p:nvPr/>
        </p:nvGrpSpPr>
        <p:grpSpPr>
          <a:xfrm>
            <a:off x="5266248" y="4230494"/>
            <a:ext cx="3157758" cy="296582"/>
            <a:chOff x="5266248" y="4230494"/>
            <a:chExt cx="3157758" cy="296582"/>
          </a:xfrm>
        </p:grpSpPr>
        <p:sp>
          <p:nvSpPr>
            <p:cNvPr id="273" name="Google Shape;273;p26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26"/>
          <p:cNvSpPr txBox="1"/>
          <p:nvPr>
            <p:ph type="ctrTitle"/>
          </p:nvPr>
        </p:nvSpPr>
        <p:spPr>
          <a:xfrm>
            <a:off x="1084825" y="1588650"/>
            <a:ext cx="6974400" cy="202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1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1" name="Google Shape;291;p26"/>
          <p:cNvSpPr txBox="1"/>
          <p:nvPr>
            <p:ph idx="1" type="subTitle"/>
          </p:nvPr>
        </p:nvSpPr>
        <p:spPr>
          <a:xfrm>
            <a:off x="1084825" y="3574049"/>
            <a:ext cx="6974400" cy="51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292" name="Google Shape;292;p26"/>
          <p:cNvGrpSpPr/>
          <p:nvPr/>
        </p:nvGrpSpPr>
        <p:grpSpPr>
          <a:xfrm>
            <a:off x="207789" y="1295745"/>
            <a:ext cx="552301" cy="552301"/>
            <a:chOff x="1387350" y="1218075"/>
            <a:chExt cx="209300" cy="209300"/>
          </a:xfrm>
        </p:grpSpPr>
        <p:sp>
          <p:nvSpPr>
            <p:cNvPr id="293" name="Google Shape;293;p26"/>
            <p:cNvSpPr/>
            <p:nvPr/>
          </p:nvSpPr>
          <p:spPr>
            <a:xfrm>
              <a:off x="1387350" y="1218075"/>
              <a:ext cx="209300" cy="209300"/>
            </a:xfrm>
            <a:custGeom>
              <a:rect b="b" l="l" r="r" t="t"/>
              <a:pathLst>
                <a:path extrusionOk="0" h="8372" w="8372">
                  <a:moveTo>
                    <a:pt x="3860" y="0"/>
                  </a:moveTo>
                  <a:lnTo>
                    <a:pt x="3560" y="727"/>
                  </a:lnTo>
                  <a:cubicBezTo>
                    <a:pt x="3234" y="777"/>
                    <a:pt x="2908" y="877"/>
                    <a:pt x="2632" y="1028"/>
                  </a:cubicBezTo>
                  <a:lnTo>
                    <a:pt x="1956" y="652"/>
                  </a:lnTo>
                  <a:cubicBezTo>
                    <a:pt x="1605" y="877"/>
                    <a:pt x="1279" y="1153"/>
                    <a:pt x="1003" y="1454"/>
                  </a:cubicBezTo>
                  <a:lnTo>
                    <a:pt x="1279" y="2181"/>
                  </a:lnTo>
                  <a:cubicBezTo>
                    <a:pt x="1103" y="2456"/>
                    <a:pt x="953" y="2757"/>
                    <a:pt x="853" y="3058"/>
                  </a:cubicBezTo>
                  <a:lnTo>
                    <a:pt x="101" y="3258"/>
                  </a:lnTo>
                  <a:cubicBezTo>
                    <a:pt x="26" y="3559"/>
                    <a:pt x="1" y="3860"/>
                    <a:pt x="1" y="4186"/>
                  </a:cubicBezTo>
                  <a:cubicBezTo>
                    <a:pt x="1" y="4286"/>
                    <a:pt x="1" y="4411"/>
                    <a:pt x="26" y="4512"/>
                  </a:cubicBezTo>
                  <a:lnTo>
                    <a:pt x="728" y="4812"/>
                  </a:lnTo>
                  <a:cubicBezTo>
                    <a:pt x="778" y="5163"/>
                    <a:pt x="878" y="5464"/>
                    <a:pt x="1028" y="5765"/>
                  </a:cubicBezTo>
                  <a:lnTo>
                    <a:pt x="652" y="6441"/>
                  </a:lnTo>
                  <a:cubicBezTo>
                    <a:pt x="878" y="6792"/>
                    <a:pt x="1154" y="7093"/>
                    <a:pt x="1454" y="7369"/>
                  </a:cubicBezTo>
                  <a:lnTo>
                    <a:pt x="2181" y="7093"/>
                  </a:lnTo>
                  <a:cubicBezTo>
                    <a:pt x="2457" y="7268"/>
                    <a:pt x="2758" y="7419"/>
                    <a:pt x="3058" y="7519"/>
                  </a:cubicBezTo>
                  <a:lnTo>
                    <a:pt x="3284" y="8271"/>
                  </a:lnTo>
                  <a:cubicBezTo>
                    <a:pt x="3560" y="8346"/>
                    <a:pt x="3885" y="8371"/>
                    <a:pt x="4186" y="8371"/>
                  </a:cubicBezTo>
                  <a:lnTo>
                    <a:pt x="4512" y="8371"/>
                  </a:lnTo>
                  <a:lnTo>
                    <a:pt x="4838" y="7644"/>
                  </a:lnTo>
                  <a:cubicBezTo>
                    <a:pt x="5164" y="7594"/>
                    <a:pt x="5464" y="7494"/>
                    <a:pt x="5765" y="7344"/>
                  </a:cubicBezTo>
                  <a:lnTo>
                    <a:pt x="6442" y="7720"/>
                  </a:lnTo>
                  <a:cubicBezTo>
                    <a:pt x="6793" y="7519"/>
                    <a:pt x="7093" y="7243"/>
                    <a:pt x="7369" y="6918"/>
                  </a:cubicBezTo>
                  <a:lnTo>
                    <a:pt x="7093" y="6191"/>
                  </a:lnTo>
                  <a:cubicBezTo>
                    <a:pt x="7269" y="5915"/>
                    <a:pt x="7419" y="5639"/>
                    <a:pt x="7545" y="5314"/>
                  </a:cubicBezTo>
                  <a:lnTo>
                    <a:pt x="8271" y="5113"/>
                  </a:lnTo>
                  <a:cubicBezTo>
                    <a:pt x="8347" y="4812"/>
                    <a:pt x="8372" y="4512"/>
                    <a:pt x="8372" y="4186"/>
                  </a:cubicBezTo>
                  <a:cubicBezTo>
                    <a:pt x="8372" y="4085"/>
                    <a:pt x="8372" y="3985"/>
                    <a:pt x="8372" y="3860"/>
                  </a:cubicBezTo>
                  <a:lnTo>
                    <a:pt x="7670" y="3559"/>
                  </a:lnTo>
                  <a:cubicBezTo>
                    <a:pt x="7595" y="3233"/>
                    <a:pt x="7494" y="2907"/>
                    <a:pt x="7344" y="2632"/>
                  </a:cubicBezTo>
                  <a:lnTo>
                    <a:pt x="7745" y="1955"/>
                  </a:lnTo>
                  <a:cubicBezTo>
                    <a:pt x="7520" y="1604"/>
                    <a:pt x="7244" y="1278"/>
                    <a:pt x="6918" y="1003"/>
                  </a:cubicBezTo>
                  <a:lnTo>
                    <a:pt x="6191" y="1278"/>
                  </a:lnTo>
                  <a:cubicBezTo>
                    <a:pt x="5941" y="1103"/>
                    <a:pt x="5640" y="953"/>
                    <a:pt x="5314" y="852"/>
                  </a:cubicBezTo>
                  <a:lnTo>
                    <a:pt x="5114" y="100"/>
                  </a:lnTo>
                  <a:cubicBezTo>
                    <a:pt x="4813" y="25"/>
                    <a:pt x="4512" y="0"/>
                    <a:pt x="4186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1387350" y="1218075"/>
              <a:ext cx="209300" cy="209300"/>
            </a:xfrm>
            <a:custGeom>
              <a:rect b="b" l="l" r="r" t="t"/>
              <a:pathLst>
                <a:path extrusionOk="0" fill="none" h="8372" w="8372">
                  <a:moveTo>
                    <a:pt x="8372" y="4186"/>
                  </a:moveTo>
                  <a:cubicBezTo>
                    <a:pt x="8372" y="4512"/>
                    <a:pt x="8347" y="4812"/>
                    <a:pt x="8271" y="5113"/>
                  </a:cubicBezTo>
                  <a:lnTo>
                    <a:pt x="7545" y="5314"/>
                  </a:lnTo>
                  <a:cubicBezTo>
                    <a:pt x="7419" y="5639"/>
                    <a:pt x="7269" y="5915"/>
                    <a:pt x="7093" y="6191"/>
                  </a:cubicBezTo>
                  <a:lnTo>
                    <a:pt x="7369" y="6918"/>
                  </a:lnTo>
                  <a:cubicBezTo>
                    <a:pt x="7093" y="7243"/>
                    <a:pt x="6793" y="7519"/>
                    <a:pt x="6442" y="7720"/>
                  </a:cubicBezTo>
                  <a:lnTo>
                    <a:pt x="5765" y="7344"/>
                  </a:lnTo>
                  <a:cubicBezTo>
                    <a:pt x="5464" y="7494"/>
                    <a:pt x="5164" y="7594"/>
                    <a:pt x="4838" y="7644"/>
                  </a:cubicBezTo>
                  <a:lnTo>
                    <a:pt x="4512" y="8371"/>
                  </a:lnTo>
                  <a:cubicBezTo>
                    <a:pt x="4412" y="8371"/>
                    <a:pt x="4312" y="8371"/>
                    <a:pt x="4186" y="8371"/>
                  </a:cubicBezTo>
                  <a:cubicBezTo>
                    <a:pt x="3885" y="8371"/>
                    <a:pt x="3560" y="8346"/>
                    <a:pt x="3284" y="8271"/>
                  </a:cubicBezTo>
                  <a:lnTo>
                    <a:pt x="3058" y="7519"/>
                  </a:lnTo>
                  <a:cubicBezTo>
                    <a:pt x="2758" y="7419"/>
                    <a:pt x="2457" y="7268"/>
                    <a:pt x="2181" y="7093"/>
                  </a:cubicBezTo>
                  <a:lnTo>
                    <a:pt x="1454" y="7369"/>
                  </a:lnTo>
                  <a:cubicBezTo>
                    <a:pt x="1154" y="7093"/>
                    <a:pt x="878" y="6792"/>
                    <a:pt x="652" y="6441"/>
                  </a:cubicBezTo>
                  <a:lnTo>
                    <a:pt x="1028" y="5765"/>
                  </a:lnTo>
                  <a:cubicBezTo>
                    <a:pt x="878" y="5464"/>
                    <a:pt x="778" y="5163"/>
                    <a:pt x="728" y="4812"/>
                  </a:cubicBezTo>
                  <a:lnTo>
                    <a:pt x="26" y="4512"/>
                  </a:lnTo>
                  <a:cubicBezTo>
                    <a:pt x="1" y="4411"/>
                    <a:pt x="1" y="4286"/>
                    <a:pt x="1" y="4186"/>
                  </a:cubicBezTo>
                  <a:cubicBezTo>
                    <a:pt x="1" y="3860"/>
                    <a:pt x="26" y="3559"/>
                    <a:pt x="101" y="3258"/>
                  </a:cubicBezTo>
                  <a:lnTo>
                    <a:pt x="853" y="3058"/>
                  </a:lnTo>
                  <a:cubicBezTo>
                    <a:pt x="953" y="2757"/>
                    <a:pt x="1103" y="2456"/>
                    <a:pt x="1279" y="2181"/>
                  </a:cubicBezTo>
                  <a:lnTo>
                    <a:pt x="1003" y="1454"/>
                  </a:lnTo>
                  <a:cubicBezTo>
                    <a:pt x="1279" y="1153"/>
                    <a:pt x="1605" y="877"/>
                    <a:pt x="1956" y="652"/>
                  </a:cubicBezTo>
                  <a:lnTo>
                    <a:pt x="2632" y="1028"/>
                  </a:lnTo>
                  <a:cubicBezTo>
                    <a:pt x="2908" y="877"/>
                    <a:pt x="3234" y="777"/>
                    <a:pt x="3560" y="727"/>
                  </a:cubicBezTo>
                  <a:lnTo>
                    <a:pt x="3860" y="0"/>
                  </a:lnTo>
                  <a:cubicBezTo>
                    <a:pt x="3986" y="0"/>
                    <a:pt x="4086" y="0"/>
                    <a:pt x="4186" y="0"/>
                  </a:cubicBezTo>
                  <a:cubicBezTo>
                    <a:pt x="4512" y="0"/>
                    <a:pt x="4813" y="25"/>
                    <a:pt x="5114" y="100"/>
                  </a:cubicBezTo>
                  <a:lnTo>
                    <a:pt x="5314" y="852"/>
                  </a:lnTo>
                  <a:cubicBezTo>
                    <a:pt x="5640" y="953"/>
                    <a:pt x="5941" y="1103"/>
                    <a:pt x="6191" y="1278"/>
                  </a:cubicBezTo>
                  <a:lnTo>
                    <a:pt x="6918" y="1003"/>
                  </a:lnTo>
                  <a:cubicBezTo>
                    <a:pt x="7244" y="1278"/>
                    <a:pt x="7520" y="1604"/>
                    <a:pt x="7745" y="1955"/>
                  </a:cubicBezTo>
                  <a:lnTo>
                    <a:pt x="7344" y="2632"/>
                  </a:lnTo>
                  <a:cubicBezTo>
                    <a:pt x="7494" y="2907"/>
                    <a:pt x="7595" y="3233"/>
                    <a:pt x="7670" y="3559"/>
                  </a:cubicBezTo>
                  <a:lnTo>
                    <a:pt x="8372" y="3860"/>
                  </a:lnTo>
                  <a:cubicBezTo>
                    <a:pt x="8372" y="3985"/>
                    <a:pt x="8372" y="4085"/>
                    <a:pt x="8372" y="4186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1431850" y="1262550"/>
              <a:ext cx="120325" cy="120325"/>
            </a:xfrm>
            <a:custGeom>
              <a:rect b="b" l="l" r="r" t="t"/>
              <a:pathLst>
                <a:path extrusionOk="0" h="4813" w="4813">
                  <a:moveTo>
                    <a:pt x="2406" y="1"/>
                  </a:moveTo>
                  <a:cubicBezTo>
                    <a:pt x="1078" y="1"/>
                    <a:pt x="0" y="1078"/>
                    <a:pt x="0" y="2407"/>
                  </a:cubicBezTo>
                  <a:cubicBezTo>
                    <a:pt x="0" y="3735"/>
                    <a:pt x="1078" y="4813"/>
                    <a:pt x="2406" y="4813"/>
                  </a:cubicBezTo>
                  <a:cubicBezTo>
                    <a:pt x="3735" y="4813"/>
                    <a:pt x="4812" y="3735"/>
                    <a:pt x="4812" y="2407"/>
                  </a:cubicBezTo>
                  <a:cubicBezTo>
                    <a:pt x="4812" y="1078"/>
                    <a:pt x="3735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1451275" y="1281975"/>
              <a:ext cx="81475" cy="81475"/>
            </a:xfrm>
            <a:custGeom>
              <a:rect b="b" l="l" r="r" t="t"/>
              <a:pathLst>
                <a:path extrusionOk="0" fill="none" h="3259" w="3259">
                  <a:moveTo>
                    <a:pt x="3258" y="1630"/>
                  </a:moveTo>
                  <a:cubicBezTo>
                    <a:pt x="3258" y="2532"/>
                    <a:pt x="2531" y="3259"/>
                    <a:pt x="1629" y="3259"/>
                  </a:cubicBezTo>
                  <a:cubicBezTo>
                    <a:pt x="727" y="3259"/>
                    <a:pt x="0" y="2532"/>
                    <a:pt x="0" y="1630"/>
                  </a:cubicBezTo>
                  <a:cubicBezTo>
                    <a:pt x="0" y="727"/>
                    <a:pt x="727" y="1"/>
                    <a:pt x="1629" y="1"/>
                  </a:cubicBezTo>
                  <a:cubicBezTo>
                    <a:pt x="2531" y="1"/>
                    <a:pt x="3258" y="727"/>
                    <a:pt x="3258" y="163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/>
          <p:nvPr>
            <p:ph type="title"/>
          </p:nvPr>
        </p:nvSpPr>
        <p:spPr>
          <a:xfrm>
            <a:off x="720000" y="1581275"/>
            <a:ext cx="3509700" cy="63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9" name="Google Shape;299;p27"/>
          <p:cNvSpPr txBox="1"/>
          <p:nvPr>
            <p:ph idx="1" type="subTitle"/>
          </p:nvPr>
        </p:nvSpPr>
        <p:spPr>
          <a:xfrm>
            <a:off x="720000" y="2616563"/>
            <a:ext cx="3509700" cy="138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0" name="Google Shape;300;p27"/>
          <p:cNvSpPr/>
          <p:nvPr/>
        </p:nvSpPr>
        <p:spPr>
          <a:xfrm>
            <a:off x="4410200" y="570713"/>
            <a:ext cx="4659902" cy="4002069"/>
          </a:xfrm>
          <a:custGeom>
            <a:rect b="b" l="l" r="r" t="t"/>
            <a:pathLst>
              <a:path extrusionOk="0" fill="none" h="7219" w="7244">
                <a:moveTo>
                  <a:pt x="0" y="0"/>
                </a:moveTo>
                <a:lnTo>
                  <a:pt x="7243" y="0"/>
                </a:lnTo>
                <a:lnTo>
                  <a:pt x="7243" y="7218"/>
                </a:lnTo>
                <a:lnTo>
                  <a:pt x="0" y="7218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27"/>
          <p:cNvGrpSpPr/>
          <p:nvPr/>
        </p:nvGrpSpPr>
        <p:grpSpPr>
          <a:xfrm>
            <a:off x="296418" y="4572778"/>
            <a:ext cx="2668622" cy="250644"/>
            <a:chOff x="5926468" y="4708190"/>
            <a:chExt cx="2668622" cy="250644"/>
          </a:xfrm>
        </p:grpSpPr>
        <p:sp>
          <p:nvSpPr>
            <p:cNvPr id="302" name="Google Shape;302;p27"/>
            <p:cNvSpPr/>
            <p:nvPr/>
          </p:nvSpPr>
          <p:spPr>
            <a:xfrm>
              <a:off x="59264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608986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25055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41112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657181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6732497" y="4708190"/>
              <a:ext cx="89958" cy="250644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689578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705647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721715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7377842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7541134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770181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786250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802307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8186479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8347163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8507848" y="4708190"/>
              <a:ext cx="87242" cy="250644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27"/>
          <p:cNvGrpSpPr/>
          <p:nvPr/>
        </p:nvGrpSpPr>
        <p:grpSpPr>
          <a:xfrm>
            <a:off x="-3091593" y="-2017662"/>
            <a:ext cx="7908519" cy="3095522"/>
            <a:chOff x="-3091593" y="-1484262"/>
            <a:chExt cx="7908519" cy="3095522"/>
          </a:xfrm>
        </p:grpSpPr>
        <p:grpSp>
          <p:nvGrpSpPr>
            <p:cNvPr id="320" name="Google Shape;320;p27"/>
            <p:cNvGrpSpPr/>
            <p:nvPr/>
          </p:nvGrpSpPr>
          <p:grpSpPr>
            <a:xfrm>
              <a:off x="-3091593" y="-1484262"/>
              <a:ext cx="7884347" cy="3095522"/>
              <a:chOff x="-3091593" y="-1484262"/>
              <a:chExt cx="7884347" cy="3095522"/>
            </a:xfrm>
          </p:grpSpPr>
          <p:sp>
            <p:nvSpPr>
              <p:cNvPr id="321" name="Google Shape;321;p27"/>
              <p:cNvSpPr/>
              <p:nvPr/>
            </p:nvSpPr>
            <p:spPr>
              <a:xfrm rot="10800000">
                <a:off x="-3091593" y="-453301"/>
                <a:ext cx="5466211" cy="1127132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7"/>
              <p:cNvSpPr/>
              <p:nvPr/>
            </p:nvSpPr>
            <p:spPr>
              <a:xfrm rot="10800000">
                <a:off x="-2488881" y="58715"/>
                <a:ext cx="6303378" cy="1490426"/>
              </a:xfrm>
              <a:custGeom>
                <a:rect b="b" l="l" r="r" t="t"/>
                <a:pathLst>
                  <a:path extrusionOk="0" h="58736" w="248409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7"/>
              <p:cNvSpPr/>
              <p:nvPr/>
            </p:nvSpPr>
            <p:spPr>
              <a:xfrm rot="10800000">
                <a:off x="-2860727" y="-1484262"/>
                <a:ext cx="6393739" cy="1984325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7"/>
              <p:cNvSpPr/>
              <p:nvPr/>
            </p:nvSpPr>
            <p:spPr>
              <a:xfrm rot="10800000">
                <a:off x="-1953114" y="264887"/>
                <a:ext cx="4762126" cy="1309020"/>
              </a:xfrm>
              <a:custGeom>
                <a:rect b="b" l="l" r="r" t="t"/>
                <a:pathLst>
                  <a:path extrusionOk="0" h="51587" w="18767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7"/>
              <p:cNvSpPr/>
              <p:nvPr/>
            </p:nvSpPr>
            <p:spPr>
              <a:xfrm rot="10800000">
                <a:off x="-55114" y="833084"/>
                <a:ext cx="3182685" cy="778175"/>
              </a:xfrm>
              <a:custGeom>
                <a:rect b="b" l="l" r="r" t="t"/>
                <a:pathLst>
                  <a:path extrusionOk="0" h="30667" w="125426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7"/>
              <p:cNvSpPr/>
              <p:nvPr/>
            </p:nvSpPr>
            <p:spPr>
              <a:xfrm rot="10800000">
                <a:off x="2654352" y="663960"/>
                <a:ext cx="2054994" cy="401407"/>
              </a:xfrm>
              <a:custGeom>
                <a:rect b="b" l="l" r="r" t="t"/>
                <a:pathLst>
                  <a:path extrusionOk="0" h="15819" w="80985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7"/>
              <p:cNvSpPr/>
              <p:nvPr/>
            </p:nvSpPr>
            <p:spPr>
              <a:xfrm rot="10800000">
                <a:off x="3113081" y="264887"/>
                <a:ext cx="1679673" cy="520720"/>
              </a:xfrm>
              <a:custGeom>
                <a:rect b="b" l="l" r="r" t="t"/>
                <a:pathLst>
                  <a:path extrusionOk="0" h="20521" w="66194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7"/>
              <p:cNvSpPr/>
              <p:nvPr/>
            </p:nvSpPr>
            <p:spPr>
              <a:xfrm rot="10800000">
                <a:off x="3798841" y="59274"/>
                <a:ext cx="993913" cy="458755"/>
              </a:xfrm>
              <a:custGeom>
                <a:rect b="b" l="l" r="r" t="t"/>
                <a:pathLst>
                  <a:path extrusionOk="0" h="18079" w="39169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7"/>
              <p:cNvSpPr/>
              <p:nvPr/>
            </p:nvSpPr>
            <p:spPr>
              <a:xfrm rot="10800000">
                <a:off x="394353" y="672080"/>
                <a:ext cx="136695" cy="136695"/>
              </a:xfrm>
              <a:custGeom>
                <a:rect b="b" l="l" r="r" t="t"/>
                <a:pathLst>
                  <a:path extrusionOk="0" h="5387" w="5387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7"/>
              <p:cNvSpPr/>
              <p:nvPr/>
            </p:nvSpPr>
            <p:spPr>
              <a:xfrm rot="10800000">
                <a:off x="418079" y="695805"/>
                <a:ext cx="88660" cy="89244"/>
              </a:xfrm>
              <a:custGeom>
                <a:rect b="b" l="l" r="r" t="t"/>
                <a:pathLst>
                  <a:path extrusionOk="0" h="3517" w="3494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7"/>
              <p:cNvSpPr/>
              <p:nvPr/>
            </p:nvSpPr>
            <p:spPr>
              <a:xfrm rot="10800000">
                <a:off x="2364747" y="600243"/>
                <a:ext cx="136721" cy="136721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7"/>
              <p:cNvSpPr/>
              <p:nvPr/>
            </p:nvSpPr>
            <p:spPr>
              <a:xfrm rot="10800000">
                <a:off x="2389082" y="623994"/>
                <a:ext cx="88635" cy="89219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7"/>
              <p:cNvSpPr/>
              <p:nvPr/>
            </p:nvSpPr>
            <p:spPr>
              <a:xfrm rot="10800000">
                <a:off x="3119450" y="794286"/>
                <a:ext cx="96171" cy="96171"/>
              </a:xfrm>
              <a:custGeom>
                <a:rect b="b" l="l" r="r" t="t"/>
                <a:pathLst>
                  <a:path extrusionOk="0" h="3790" w="379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7"/>
              <p:cNvSpPr/>
              <p:nvPr/>
            </p:nvSpPr>
            <p:spPr>
              <a:xfrm rot="10800000">
                <a:off x="3137391" y="812226"/>
                <a:ext cx="60849" cy="60849"/>
              </a:xfrm>
              <a:custGeom>
                <a:rect b="b" l="l" r="r" t="t"/>
                <a:pathLst>
                  <a:path extrusionOk="0" h="2398" w="2398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7"/>
              <p:cNvSpPr/>
              <p:nvPr/>
            </p:nvSpPr>
            <p:spPr>
              <a:xfrm rot="10800000">
                <a:off x="1773992" y="614732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7"/>
              <p:cNvSpPr/>
              <p:nvPr/>
            </p:nvSpPr>
            <p:spPr>
              <a:xfrm rot="10800000">
                <a:off x="1389967" y="30321"/>
                <a:ext cx="66051" cy="66051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7"/>
              <p:cNvSpPr/>
              <p:nvPr/>
            </p:nvSpPr>
            <p:spPr>
              <a:xfrm rot="10800000">
                <a:off x="1117185" y="222029"/>
                <a:ext cx="145982" cy="146566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7"/>
              <p:cNvSpPr/>
              <p:nvPr/>
            </p:nvSpPr>
            <p:spPr>
              <a:xfrm rot="10800000">
                <a:off x="1142662" y="248089"/>
                <a:ext cx="95004" cy="94446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7"/>
              <p:cNvSpPr/>
              <p:nvPr/>
            </p:nvSpPr>
            <p:spPr>
              <a:xfrm rot="10800000">
                <a:off x="2750498" y="215660"/>
                <a:ext cx="107742" cy="107768"/>
              </a:xfrm>
              <a:custGeom>
                <a:rect b="b" l="l" r="r" t="t"/>
                <a:pathLst>
                  <a:path extrusionOk="0" h="4247" w="4246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7"/>
              <p:cNvSpPr/>
              <p:nvPr/>
            </p:nvSpPr>
            <p:spPr>
              <a:xfrm rot="10800000">
                <a:off x="3063828" y="215660"/>
                <a:ext cx="107768" cy="107768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 rot="10800000">
                <a:off x="3750755" y="10630"/>
                <a:ext cx="107768" cy="107768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7"/>
              <p:cNvSpPr/>
              <p:nvPr/>
            </p:nvSpPr>
            <p:spPr>
              <a:xfrm rot="10800000">
                <a:off x="4206008" y="458930"/>
                <a:ext cx="107742" cy="107742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7"/>
              <p:cNvSpPr/>
              <p:nvPr/>
            </p:nvSpPr>
            <p:spPr>
              <a:xfrm rot="10800000">
                <a:off x="1527829" y="631531"/>
                <a:ext cx="73588" cy="74146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 rot="10800000">
                <a:off x="3486068" y="453144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 rot="10800000">
                <a:off x="-539320" y="1055496"/>
                <a:ext cx="3040788" cy="9871"/>
              </a:xfrm>
              <a:custGeom>
                <a:rect b="b" l="l" r="r" t="t"/>
                <a:pathLst>
                  <a:path extrusionOk="0" h="389" w="119834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7"/>
              <p:cNvSpPr/>
              <p:nvPr/>
            </p:nvSpPr>
            <p:spPr>
              <a:xfrm rot="10800000">
                <a:off x="2486953" y="1023650"/>
                <a:ext cx="74171" cy="74146"/>
              </a:xfrm>
              <a:custGeom>
                <a:rect b="b" l="l" r="r" t="t"/>
                <a:pathLst>
                  <a:path extrusionOk="0" h="2922" w="2923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7"/>
              <p:cNvSpPr/>
              <p:nvPr/>
            </p:nvSpPr>
            <p:spPr>
              <a:xfrm rot="10800000">
                <a:off x="-192368" y="1292955"/>
                <a:ext cx="280927" cy="175519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8" name="Google Shape;348;p27"/>
            <p:cNvSpPr/>
            <p:nvPr/>
          </p:nvSpPr>
          <p:spPr>
            <a:xfrm rot="10800000">
              <a:off x="4766122" y="487397"/>
              <a:ext cx="50803" cy="50803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28"/>
          <p:cNvSpPr txBox="1"/>
          <p:nvPr>
            <p:ph idx="1" type="body"/>
          </p:nvPr>
        </p:nvSpPr>
        <p:spPr>
          <a:xfrm>
            <a:off x="817900" y="12424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4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4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29"/>
          <p:cNvGrpSpPr/>
          <p:nvPr/>
        </p:nvGrpSpPr>
        <p:grpSpPr>
          <a:xfrm flipH="1">
            <a:off x="-741540" y="-2483486"/>
            <a:ext cx="7884219" cy="3433770"/>
            <a:chOff x="24125" y="294775"/>
            <a:chExt cx="7767703" cy="3383025"/>
          </a:xfrm>
        </p:grpSpPr>
        <p:sp>
          <p:nvSpPr>
            <p:cNvPr id="354" name="Google Shape;354;p29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29"/>
          <p:cNvGrpSpPr/>
          <p:nvPr/>
        </p:nvGrpSpPr>
        <p:grpSpPr>
          <a:xfrm>
            <a:off x="8757750" y="2728975"/>
            <a:ext cx="1552150" cy="3475150"/>
            <a:chOff x="327125" y="2375600"/>
            <a:chExt cx="1552150" cy="3475150"/>
          </a:xfrm>
        </p:grpSpPr>
        <p:sp>
          <p:nvSpPr>
            <p:cNvPr id="449" name="Google Shape;449;p29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861250" y="3692600"/>
              <a:ext cx="445675" cy="1618350"/>
            </a:xfrm>
            <a:custGeom>
              <a:rect b="b" l="l" r="r" t="t"/>
              <a:pathLst>
                <a:path extrusionOk="0" fill="none" h="64734" w="17827">
                  <a:moveTo>
                    <a:pt x="17827" y="64733"/>
                  </a:moveTo>
                  <a:lnTo>
                    <a:pt x="4314" y="51221"/>
                  </a:lnTo>
                  <a:lnTo>
                    <a:pt x="4314" y="28258"/>
                  </a:lnTo>
                  <a:lnTo>
                    <a:pt x="0" y="23944"/>
                  </a:ln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841275" y="3673200"/>
              <a:ext cx="39975" cy="40550"/>
            </a:xfrm>
            <a:custGeom>
              <a:rect b="b" l="l" r="r" t="t"/>
              <a:pathLst>
                <a:path extrusionOk="0" h="1622" w="1599">
                  <a:moveTo>
                    <a:pt x="799" y="1"/>
                  </a:moveTo>
                  <a:cubicBezTo>
                    <a:pt x="343" y="1"/>
                    <a:pt x="0" y="366"/>
                    <a:pt x="0" y="800"/>
                  </a:cubicBezTo>
                  <a:cubicBezTo>
                    <a:pt x="0" y="1256"/>
                    <a:pt x="343" y="1621"/>
                    <a:pt x="799" y="1621"/>
                  </a:cubicBezTo>
                  <a:cubicBezTo>
                    <a:pt x="1233" y="1621"/>
                    <a:pt x="1598" y="1256"/>
                    <a:pt x="1598" y="800"/>
                  </a:cubicBezTo>
                  <a:cubicBezTo>
                    <a:pt x="1598" y="366"/>
                    <a:pt x="1233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969100" y="4182200"/>
              <a:ext cx="174625" cy="556975"/>
            </a:xfrm>
            <a:custGeom>
              <a:rect b="b" l="l" r="r" t="t"/>
              <a:pathLst>
                <a:path extrusionOk="0" fill="none" h="22279" w="6985">
                  <a:moveTo>
                    <a:pt x="0" y="22278"/>
                  </a:moveTo>
                  <a:lnTo>
                    <a:pt x="6985" y="15294"/>
                  </a:lnTo>
                  <a:lnTo>
                    <a:pt x="6985" y="1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1123725" y="4163375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43" y="1"/>
                    <a:pt x="1" y="343"/>
                    <a:pt x="1" y="799"/>
                  </a:cubicBezTo>
                  <a:cubicBezTo>
                    <a:pt x="1" y="1233"/>
                    <a:pt x="343" y="1598"/>
                    <a:pt x="800" y="1598"/>
                  </a:cubicBezTo>
                  <a:cubicBezTo>
                    <a:pt x="1233" y="1598"/>
                    <a:pt x="1599" y="1233"/>
                    <a:pt x="1599" y="799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1393075" y="4882950"/>
              <a:ext cx="25" cy="428000"/>
            </a:xfrm>
            <a:custGeom>
              <a:rect b="b" l="l" r="r" t="t"/>
              <a:pathLst>
                <a:path extrusionOk="0" fill="none" h="17120" w="1">
                  <a:moveTo>
                    <a:pt x="0" y="17119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1373100" y="486412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799" y="0"/>
                  </a:moveTo>
                  <a:cubicBezTo>
                    <a:pt x="343" y="0"/>
                    <a:pt x="1" y="365"/>
                    <a:pt x="1" y="799"/>
                  </a:cubicBezTo>
                  <a:cubicBezTo>
                    <a:pt x="1" y="1233"/>
                    <a:pt x="343" y="1598"/>
                    <a:pt x="799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5"/>
                    <a:pt x="1233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1714900" y="4922900"/>
              <a:ext cx="164375" cy="388050"/>
            </a:xfrm>
            <a:custGeom>
              <a:rect b="b" l="l" r="r" t="t"/>
              <a:pathLst>
                <a:path extrusionOk="0" fill="none" h="15522" w="6575">
                  <a:moveTo>
                    <a:pt x="6575" y="15521"/>
                  </a:moveTo>
                  <a:lnTo>
                    <a:pt x="6575" y="6574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1693800" y="4903475"/>
              <a:ext cx="43950" cy="40275"/>
            </a:xfrm>
            <a:custGeom>
              <a:rect b="b" l="l" r="r" t="t"/>
              <a:pathLst>
                <a:path extrusionOk="0" h="1611" w="1758">
                  <a:moveTo>
                    <a:pt x="868" y="1"/>
                  </a:moveTo>
                  <a:cubicBezTo>
                    <a:pt x="662" y="1"/>
                    <a:pt x="457" y="92"/>
                    <a:pt x="297" y="252"/>
                  </a:cubicBezTo>
                  <a:cubicBezTo>
                    <a:pt x="0" y="549"/>
                    <a:pt x="0" y="1074"/>
                    <a:pt x="297" y="1370"/>
                  </a:cubicBezTo>
                  <a:cubicBezTo>
                    <a:pt x="457" y="1530"/>
                    <a:pt x="662" y="1610"/>
                    <a:pt x="868" y="1610"/>
                  </a:cubicBezTo>
                  <a:cubicBezTo>
                    <a:pt x="1073" y="1610"/>
                    <a:pt x="1279" y="1530"/>
                    <a:pt x="1438" y="1370"/>
                  </a:cubicBezTo>
                  <a:cubicBezTo>
                    <a:pt x="1758" y="1074"/>
                    <a:pt x="1758" y="549"/>
                    <a:pt x="1438" y="252"/>
                  </a:cubicBezTo>
                  <a:cubicBezTo>
                    <a:pt x="1279" y="92"/>
                    <a:pt x="1073" y="1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0" name="Google Shape;470;p29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29"/>
          <p:cNvSpPr txBox="1"/>
          <p:nvPr>
            <p:ph idx="1" type="subTitle"/>
          </p:nvPr>
        </p:nvSpPr>
        <p:spPr>
          <a:xfrm>
            <a:off x="1216375" y="3517675"/>
            <a:ext cx="2693700" cy="10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2" name="Google Shape;472;p29"/>
          <p:cNvSpPr txBox="1"/>
          <p:nvPr>
            <p:ph idx="2" type="subTitle"/>
          </p:nvPr>
        </p:nvSpPr>
        <p:spPr>
          <a:xfrm>
            <a:off x="5234100" y="3517675"/>
            <a:ext cx="2693700" cy="10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3" name="Google Shape;473;p29"/>
          <p:cNvSpPr txBox="1"/>
          <p:nvPr>
            <p:ph idx="3" type="title"/>
          </p:nvPr>
        </p:nvSpPr>
        <p:spPr>
          <a:xfrm>
            <a:off x="1216350" y="2984775"/>
            <a:ext cx="2693700" cy="35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4" name="Google Shape;474;p29"/>
          <p:cNvSpPr txBox="1"/>
          <p:nvPr>
            <p:ph idx="4" type="title"/>
          </p:nvPr>
        </p:nvSpPr>
        <p:spPr>
          <a:xfrm>
            <a:off x="5234100" y="2984775"/>
            <a:ext cx="2693700" cy="35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1"/>
          <p:cNvGrpSpPr/>
          <p:nvPr/>
        </p:nvGrpSpPr>
        <p:grpSpPr>
          <a:xfrm rot="5400000">
            <a:off x="4458750" y="327550"/>
            <a:ext cx="40525" cy="1103625"/>
            <a:chOff x="4289175" y="3929550"/>
            <a:chExt cx="40525" cy="1103625"/>
          </a:xfrm>
        </p:grpSpPr>
        <p:sp>
          <p:nvSpPr>
            <p:cNvPr id="479" name="Google Shape;479;p31"/>
            <p:cNvSpPr/>
            <p:nvPr/>
          </p:nvSpPr>
          <p:spPr>
            <a:xfrm>
              <a:off x="4309150" y="3948375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4289175" y="3929550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1"/>
          <p:cNvSpPr txBox="1"/>
          <p:nvPr>
            <p:ph type="title"/>
          </p:nvPr>
        </p:nvSpPr>
        <p:spPr>
          <a:xfrm>
            <a:off x="4914300" y="1600200"/>
            <a:ext cx="3509700" cy="58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2" name="Google Shape;482;p31"/>
          <p:cNvSpPr txBox="1"/>
          <p:nvPr>
            <p:ph idx="1" type="subTitle"/>
          </p:nvPr>
        </p:nvSpPr>
        <p:spPr>
          <a:xfrm>
            <a:off x="4914175" y="2571750"/>
            <a:ext cx="3509700" cy="149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83" name="Google Shape;483;p31"/>
          <p:cNvGrpSpPr/>
          <p:nvPr/>
        </p:nvGrpSpPr>
        <p:grpSpPr>
          <a:xfrm>
            <a:off x="1032650" y="1735501"/>
            <a:ext cx="2458221" cy="2138575"/>
            <a:chOff x="1032650" y="1735501"/>
            <a:chExt cx="2458221" cy="2138575"/>
          </a:xfrm>
        </p:grpSpPr>
        <p:sp>
          <p:nvSpPr>
            <p:cNvPr id="484" name="Google Shape;484;p31"/>
            <p:cNvSpPr/>
            <p:nvPr/>
          </p:nvSpPr>
          <p:spPr>
            <a:xfrm>
              <a:off x="1487148" y="1877758"/>
              <a:ext cx="1854040" cy="1854040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1344890" y="1735501"/>
              <a:ext cx="2145981" cy="2138575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1114412" y="3017876"/>
              <a:ext cx="230477" cy="296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1144037" y="2439021"/>
              <a:ext cx="200852" cy="296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1032650" y="2025910"/>
              <a:ext cx="312240" cy="296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9" name="Google Shape;489;p31"/>
          <p:cNvGrpSpPr/>
          <p:nvPr/>
        </p:nvGrpSpPr>
        <p:grpSpPr>
          <a:xfrm>
            <a:off x="-1358125" y="2786225"/>
            <a:ext cx="2627875" cy="269025"/>
            <a:chOff x="-1358125" y="2589925"/>
            <a:chExt cx="2627875" cy="269025"/>
          </a:xfrm>
        </p:grpSpPr>
        <p:sp>
          <p:nvSpPr>
            <p:cNvPr id="490" name="Google Shape;490;p31"/>
            <p:cNvSpPr/>
            <p:nvPr/>
          </p:nvSpPr>
          <p:spPr>
            <a:xfrm rot="5400000">
              <a:off x="-242262" y="1512438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noFill/>
            <a:ln cap="flat" cmpd="sng" w="13125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 rot="5400000">
              <a:off x="949513" y="2537563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1"/>
            <p:cNvSpPr/>
            <p:nvPr/>
          </p:nvSpPr>
          <p:spPr>
            <a:xfrm rot="5400000">
              <a:off x="1194225" y="2783425"/>
              <a:ext cx="75525" cy="7552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 rot="5400000">
              <a:off x="947950" y="2589925"/>
              <a:ext cx="75525" cy="7552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31"/>
          <p:cNvGrpSpPr/>
          <p:nvPr/>
        </p:nvGrpSpPr>
        <p:grpSpPr>
          <a:xfrm>
            <a:off x="913631" y="-758409"/>
            <a:ext cx="10779802" cy="2852929"/>
            <a:chOff x="913631" y="-758409"/>
            <a:chExt cx="10779802" cy="2852929"/>
          </a:xfrm>
        </p:grpSpPr>
        <p:sp>
          <p:nvSpPr>
            <p:cNvPr id="495" name="Google Shape;495;p31"/>
            <p:cNvSpPr/>
            <p:nvPr/>
          </p:nvSpPr>
          <p:spPr>
            <a:xfrm>
              <a:off x="6227221" y="-646632"/>
              <a:ext cx="5466211" cy="1127132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5068827" y="-472864"/>
              <a:ext cx="6393739" cy="1984325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5440673" y="120784"/>
              <a:ext cx="6252400" cy="1112085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4735806" y="252861"/>
              <a:ext cx="6722117" cy="1533132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3886708" y="343196"/>
              <a:ext cx="3461835" cy="538686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3809085" y="-758409"/>
              <a:ext cx="1679673" cy="520720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3809085" y="-49083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9826894" y="1712989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9850645" y="1736740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8592628" y="81402"/>
              <a:ext cx="89218" cy="89219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10934893" y="789187"/>
              <a:ext cx="89218" cy="8863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7339839" y="740517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7363590" y="764268"/>
              <a:ext cx="89218" cy="89219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6100372" y="-709765"/>
              <a:ext cx="136721" cy="136721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6124123" y="-686014"/>
              <a:ext cx="88635" cy="89219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6720105" y="-695276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10327898" y="421401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10136748" y="1466826"/>
              <a:ext cx="70695" cy="70695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8601890" y="1192877"/>
              <a:ext cx="70695" cy="70111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7411092" y="536655"/>
              <a:ext cx="141922" cy="141339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9285340" y="1156972"/>
              <a:ext cx="141922" cy="141922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7145822" y="-69174"/>
              <a:ext cx="66051" cy="66051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7338672" y="-341397"/>
              <a:ext cx="145982" cy="146566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7364174" y="-315336"/>
              <a:ext cx="95004" cy="94446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5743599" y="-296229"/>
              <a:ext cx="107742" cy="107768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5430243" y="-29622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4743317" y="-91199"/>
              <a:ext cx="107768" cy="107768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4288089" y="-539474"/>
              <a:ext cx="107742" cy="107742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7000423" y="-678478"/>
              <a:ext cx="73588" cy="74146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5041600" y="-500092"/>
              <a:ext cx="74171" cy="74146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8632010" y="121240"/>
              <a:ext cx="2335337" cy="717199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7355470" y="170595"/>
              <a:ext cx="151793" cy="94446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7469581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7583109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7697195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7810723" y="170595"/>
              <a:ext cx="151184" cy="94446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7924251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8038337" y="170595"/>
              <a:ext cx="151210" cy="94446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8151864" y="170595"/>
              <a:ext cx="151768" cy="94446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543445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754286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96510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7176500" y="958895"/>
              <a:ext cx="280952" cy="175519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7387341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7598157" y="958895"/>
              <a:ext cx="280927" cy="175519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0" name="Google Shape;540;p31"/>
            <p:cNvCxnSpPr/>
            <p:nvPr/>
          </p:nvCxnSpPr>
          <p:spPr>
            <a:xfrm rot="10800000">
              <a:off x="1697950" y="877825"/>
              <a:ext cx="2233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sp>
          <p:nvSpPr>
            <p:cNvPr id="541" name="Google Shape;541;p31"/>
            <p:cNvSpPr/>
            <p:nvPr/>
          </p:nvSpPr>
          <p:spPr>
            <a:xfrm>
              <a:off x="3748885" y="-197980"/>
              <a:ext cx="993913" cy="45875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4708100" y="215949"/>
              <a:ext cx="69046" cy="69077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3" name="Google Shape;543;p31"/>
            <p:cNvGrpSpPr/>
            <p:nvPr/>
          </p:nvGrpSpPr>
          <p:grpSpPr>
            <a:xfrm flipH="1" rot="-5400000">
              <a:off x="266770" y="647027"/>
              <a:ext cx="2094354" cy="800631"/>
              <a:chOff x="5593937" y="1366150"/>
              <a:chExt cx="1612903" cy="622575"/>
            </a:xfrm>
          </p:grpSpPr>
          <p:sp>
            <p:nvSpPr>
              <p:cNvPr id="544" name="Google Shape;544;p31"/>
              <p:cNvSpPr/>
              <p:nvPr/>
            </p:nvSpPr>
            <p:spPr>
              <a:xfrm>
                <a:off x="5593937" y="1408375"/>
                <a:ext cx="1529900" cy="580350"/>
              </a:xfrm>
              <a:custGeom>
                <a:rect b="b" l="l" r="r" t="t"/>
                <a:pathLst>
                  <a:path extrusionOk="0" h="23214" w="61196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1"/>
              <p:cNvSpPr/>
              <p:nvPr/>
            </p:nvSpPr>
            <p:spPr>
              <a:xfrm>
                <a:off x="7100690" y="136615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6" name="Google Shape;546;p31"/>
          <p:cNvSpPr/>
          <p:nvPr/>
        </p:nvSpPr>
        <p:spPr>
          <a:xfrm flipH="1" rot="10800000">
            <a:off x="-3890200" y="6349394"/>
            <a:ext cx="74171" cy="74146"/>
          </a:xfrm>
          <a:custGeom>
            <a:rect b="b" l="l" r="r" t="t"/>
            <a:pathLst>
              <a:path extrusionOk="0" h="2922" w="2923">
                <a:moveTo>
                  <a:pt x="1462" y="0"/>
                </a:moveTo>
                <a:cubicBezTo>
                  <a:pt x="640" y="0"/>
                  <a:pt x="1" y="662"/>
                  <a:pt x="1" y="1461"/>
                </a:cubicBezTo>
                <a:cubicBezTo>
                  <a:pt x="1" y="2260"/>
                  <a:pt x="640" y="2922"/>
                  <a:pt x="1462" y="2922"/>
                </a:cubicBezTo>
                <a:cubicBezTo>
                  <a:pt x="2260" y="2922"/>
                  <a:pt x="2922" y="2260"/>
                  <a:pt x="2922" y="1461"/>
                </a:cubicBezTo>
                <a:cubicBezTo>
                  <a:pt x="2922" y="662"/>
                  <a:pt x="2260" y="0"/>
                  <a:pt x="1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31"/>
          <p:cNvGrpSpPr/>
          <p:nvPr/>
        </p:nvGrpSpPr>
        <p:grpSpPr>
          <a:xfrm>
            <a:off x="3690957" y="4568872"/>
            <a:ext cx="881035" cy="290677"/>
            <a:chOff x="3690957" y="4568872"/>
            <a:chExt cx="881035" cy="290677"/>
          </a:xfrm>
        </p:grpSpPr>
        <p:sp>
          <p:nvSpPr>
            <p:cNvPr id="548" name="Google Shape;548;p31"/>
            <p:cNvSpPr/>
            <p:nvPr/>
          </p:nvSpPr>
          <p:spPr>
            <a:xfrm>
              <a:off x="3690957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3839318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3984595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4132955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4278232" y="4568872"/>
              <a:ext cx="148483" cy="290677"/>
            </a:xfrm>
            <a:custGeom>
              <a:rect b="b" l="l" r="r" t="t"/>
              <a:pathLst>
                <a:path extrusionOk="0" fill="none" h="2357" w="1204">
                  <a:moveTo>
                    <a:pt x="0" y="0"/>
                  </a:moveTo>
                  <a:lnTo>
                    <a:pt x="1203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4426592" y="4568872"/>
              <a:ext cx="145400" cy="290677"/>
            </a:xfrm>
            <a:custGeom>
              <a:rect b="b" l="l" r="r" t="t"/>
              <a:pathLst>
                <a:path extrusionOk="0" fill="none" h="2357" w="1179">
                  <a:moveTo>
                    <a:pt x="0" y="0"/>
                  </a:moveTo>
                  <a:lnTo>
                    <a:pt x="1178" y="1178"/>
                  </a:lnTo>
                  <a:lnTo>
                    <a:pt x="0" y="2356"/>
                  </a:lnTo>
                </a:path>
              </a:pathLst>
            </a:custGeom>
            <a:noFill/>
            <a:ln cap="flat" cmpd="sng" w="19050">
              <a:solidFill>
                <a:schemeClr val="accent5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"/>
          <p:cNvSpPr/>
          <p:nvPr/>
        </p:nvSpPr>
        <p:spPr>
          <a:xfrm>
            <a:off x="905550" y="1320600"/>
            <a:ext cx="7332900" cy="2502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2"/>
          <p:cNvSpPr txBox="1"/>
          <p:nvPr>
            <p:ph type="title"/>
          </p:nvPr>
        </p:nvSpPr>
        <p:spPr>
          <a:xfrm>
            <a:off x="1763250" y="1849800"/>
            <a:ext cx="5617500" cy="14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33"/>
          <p:cNvGrpSpPr/>
          <p:nvPr/>
        </p:nvGrpSpPr>
        <p:grpSpPr>
          <a:xfrm flipH="1">
            <a:off x="-271725" y="-1955550"/>
            <a:ext cx="7767703" cy="3383025"/>
            <a:chOff x="24125" y="294775"/>
            <a:chExt cx="7767703" cy="3383025"/>
          </a:xfrm>
        </p:grpSpPr>
        <p:sp>
          <p:nvSpPr>
            <p:cNvPr id="559" name="Google Shape;559;p33"/>
            <p:cNvSpPr/>
            <p:nvPr/>
          </p:nvSpPr>
          <p:spPr>
            <a:xfrm>
              <a:off x="1686375" y="607200"/>
              <a:ext cx="142125" cy="129550"/>
            </a:xfrm>
            <a:custGeom>
              <a:rect b="b" l="l" r="r" t="t"/>
              <a:pathLst>
                <a:path extrusionOk="0" h="5182" w="5685">
                  <a:moveTo>
                    <a:pt x="2834" y="1"/>
                  </a:moveTo>
                  <a:cubicBezTo>
                    <a:pt x="2169" y="1"/>
                    <a:pt x="1507" y="252"/>
                    <a:pt x="1005" y="754"/>
                  </a:cubicBezTo>
                  <a:cubicBezTo>
                    <a:pt x="1" y="1781"/>
                    <a:pt x="1" y="3402"/>
                    <a:pt x="1005" y="4429"/>
                  </a:cubicBezTo>
                  <a:cubicBezTo>
                    <a:pt x="1507" y="4931"/>
                    <a:pt x="2169" y="5182"/>
                    <a:pt x="2834" y="5182"/>
                  </a:cubicBezTo>
                  <a:cubicBezTo>
                    <a:pt x="3499" y="5182"/>
                    <a:pt x="4166" y="4931"/>
                    <a:pt x="4680" y="4429"/>
                  </a:cubicBezTo>
                  <a:cubicBezTo>
                    <a:pt x="5684" y="3402"/>
                    <a:pt x="5684" y="1781"/>
                    <a:pt x="4680" y="754"/>
                  </a:cubicBezTo>
                  <a:cubicBezTo>
                    <a:pt x="4166" y="252"/>
                    <a:pt x="3499" y="1"/>
                    <a:pt x="2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66098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67216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68340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6945900" y="3191600"/>
              <a:ext cx="148950" cy="93025"/>
            </a:xfrm>
            <a:custGeom>
              <a:rect b="b" l="l" r="r" t="t"/>
              <a:pathLst>
                <a:path extrusionOk="0" h="3721" w="5958">
                  <a:moveTo>
                    <a:pt x="0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705775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0" y="0"/>
                  </a:moveTo>
                  <a:lnTo>
                    <a:pt x="3607" y="3721"/>
                  </a:lnTo>
                  <a:lnTo>
                    <a:pt x="5980" y="372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7170150" y="3191600"/>
              <a:ext cx="148975" cy="93025"/>
            </a:xfrm>
            <a:custGeom>
              <a:rect b="b" l="l" r="r" t="t"/>
              <a:pathLst>
                <a:path extrusionOk="0" h="3721" w="5959">
                  <a:moveTo>
                    <a:pt x="1" y="0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7282000" y="3191600"/>
              <a:ext cx="149525" cy="93025"/>
            </a:xfrm>
            <a:custGeom>
              <a:rect b="b" l="l" r="r" t="t"/>
              <a:pathLst>
                <a:path extrusionOk="0" h="3721" w="5981">
                  <a:moveTo>
                    <a:pt x="1" y="0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2406525" y="1218350"/>
              <a:ext cx="5385303" cy="1110475"/>
            </a:xfrm>
            <a:custGeom>
              <a:rect b="b" l="l" r="r" t="t"/>
              <a:pathLst>
                <a:path extrusionOk="0" h="44419" w="206136">
                  <a:moveTo>
                    <a:pt x="183" y="0"/>
                  </a:moveTo>
                  <a:cubicBezTo>
                    <a:pt x="91" y="0"/>
                    <a:pt x="0" y="92"/>
                    <a:pt x="0" y="206"/>
                  </a:cubicBezTo>
                  <a:cubicBezTo>
                    <a:pt x="0" y="297"/>
                    <a:pt x="91" y="388"/>
                    <a:pt x="183" y="388"/>
                  </a:cubicBezTo>
                  <a:lnTo>
                    <a:pt x="31887" y="388"/>
                  </a:lnTo>
                  <a:lnTo>
                    <a:pt x="54507" y="23031"/>
                  </a:lnTo>
                  <a:lnTo>
                    <a:pt x="101870" y="23031"/>
                  </a:lnTo>
                  <a:lnTo>
                    <a:pt x="123257" y="44418"/>
                  </a:lnTo>
                  <a:lnTo>
                    <a:pt x="205930" y="44418"/>
                  </a:lnTo>
                  <a:cubicBezTo>
                    <a:pt x="206044" y="44418"/>
                    <a:pt x="206136" y="44327"/>
                    <a:pt x="206136" y="44213"/>
                  </a:cubicBezTo>
                  <a:cubicBezTo>
                    <a:pt x="206136" y="44122"/>
                    <a:pt x="206044" y="44030"/>
                    <a:pt x="205930" y="44030"/>
                  </a:cubicBezTo>
                  <a:lnTo>
                    <a:pt x="123417" y="44030"/>
                  </a:lnTo>
                  <a:lnTo>
                    <a:pt x="102029" y="22643"/>
                  </a:lnTo>
                  <a:lnTo>
                    <a:pt x="54667" y="22643"/>
                  </a:lnTo>
                  <a:lnTo>
                    <a:pt x="320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987925" y="355975"/>
              <a:ext cx="6210225" cy="1468400"/>
            </a:xfrm>
            <a:custGeom>
              <a:rect b="b" l="l" r="r" t="t"/>
              <a:pathLst>
                <a:path extrusionOk="0" h="58736" w="248409">
                  <a:moveTo>
                    <a:pt x="248203" y="1"/>
                  </a:moveTo>
                  <a:cubicBezTo>
                    <a:pt x="248151" y="1"/>
                    <a:pt x="248100" y="18"/>
                    <a:pt x="248066" y="52"/>
                  </a:cubicBezTo>
                  <a:lnTo>
                    <a:pt x="196663" y="51455"/>
                  </a:lnTo>
                  <a:lnTo>
                    <a:pt x="175778" y="51455"/>
                  </a:lnTo>
                  <a:lnTo>
                    <a:pt x="155760" y="31460"/>
                  </a:lnTo>
                  <a:lnTo>
                    <a:pt x="121112" y="31460"/>
                  </a:lnTo>
                  <a:lnTo>
                    <a:pt x="94200" y="58371"/>
                  </a:lnTo>
                  <a:lnTo>
                    <a:pt x="183" y="58371"/>
                  </a:lnTo>
                  <a:cubicBezTo>
                    <a:pt x="92" y="58371"/>
                    <a:pt x="0" y="58439"/>
                    <a:pt x="0" y="58553"/>
                  </a:cubicBezTo>
                  <a:cubicBezTo>
                    <a:pt x="0" y="58645"/>
                    <a:pt x="92" y="58736"/>
                    <a:pt x="183" y="58736"/>
                  </a:cubicBezTo>
                  <a:lnTo>
                    <a:pt x="94360" y="58736"/>
                  </a:lnTo>
                  <a:lnTo>
                    <a:pt x="121248" y="31848"/>
                  </a:lnTo>
                  <a:lnTo>
                    <a:pt x="155623" y="31848"/>
                  </a:lnTo>
                  <a:lnTo>
                    <a:pt x="175618" y="51843"/>
                  </a:lnTo>
                  <a:lnTo>
                    <a:pt x="196823" y="51843"/>
                  </a:lnTo>
                  <a:lnTo>
                    <a:pt x="248340" y="326"/>
                  </a:lnTo>
                  <a:cubicBezTo>
                    <a:pt x="248408" y="235"/>
                    <a:pt x="248408" y="121"/>
                    <a:pt x="248340" y="52"/>
                  </a:cubicBezTo>
                  <a:cubicBezTo>
                    <a:pt x="248306" y="18"/>
                    <a:pt x="248254" y="1"/>
                    <a:pt x="248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1265250" y="1389550"/>
              <a:ext cx="6299250" cy="1955000"/>
            </a:xfrm>
            <a:custGeom>
              <a:rect b="b" l="l" r="r" t="t"/>
              <a:pathLst>
                <a:path extrusionOk="0" h="78200" w="251970">
                  <a:moveTo>
                    <a:pt x="389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3"/>
                    <a:pt x="160" y="776"/>
                    <a:pt x="389" y="776"/>
                  </a:cubicBezTo>
                  <a:lnTo>
                    <a:pt x="66217" y="776"/>
                  </a:lnTo>
                  <a:lnTo>
                    <a:pt x="89179" y="23738"/>
                  </a:lnTo>
                  <a:lnTo>
                    <a:pt x="125197" y="23738"/>
                  </a:lnTo>
                  <a:lnTo>
                    <a:pt x="179659" y="78199"/>
                  </a:lnTo>
                  <a:lnTo>
                    <a:pt x="251581" y="78199"/>
                  </a:lnTo>
                  <a:cubicBezTo>
                    <a:pt x="251787" y="78199"/>
                    <a:pt x="251969" y="78040"/>
                    <a:pt x="251969" y="77834"/>
                  </a:cubicBezTo>
                  <a:cubicBezTo>
                    <a:pt x="251969" y="77606"/>
                    <a:pt x="251787" y="77446"/>
                    <a:pt x="251581" y="77446"/>
                  </a:cubicBezTo>
                  <a:lnTo>
                    <a:pt x="179978" y="77446"/>
                  </a:lnTo>
                  <a:lnTo>
                    <a:pt x="125517" y="22962"/>
                  </a:lnTo>
                  <a:lnTo>
                    <a:pt x="89499" y="22962"/>
                  </a:lnTo>
                  <a:lnTo>
                    <a:pt x="66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1631600" y="1974425"/>
              <a:ext cx="6160000" cy="1095650"/>
            </a:xfrm>
            <a:custGeom>
              <a:rect b="b" l="l" r="r" t="t"/>
              <a:pathLst>
                <a:path extrusionOk="0" h="43826" w="24640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8"/>
                    <a:pt x="69" y="389"/>
                    <a:pt x="183" y="389"/>
                  </a:cubicBezTo>
                  <a:lnTo>
                    <a:pt x="61286" y="389"/>
                  </a:lnTo>
                  <a:lnTo>
                    <a:pt x="104723" y="43825"/>
                  </a:lnTo>
                  <a:lnTo>
                    <a:pt x="165210" y="43825"/>
                  </a:lnTo>
                  <a:lnTo>
                    <a:pt x="207414" y="1599"/>
                  </a:lnTo>
                  <a:lnTo>
                    <a:pt x="246217" y="1599"/>
                  </a:lnTo>
                  <a:cubicBezTo>
                    <a:pt x="246308" y="1599"/>
                    <a:pt x="246400" y="1507"/>
                    <a:pt x="246400" y="1416"/>
                  </a:cubicBezTo>
                  <a:cubicBezTo>
                    <a:pt x="246400" y="1302"/>
                    <a:pt x="246308" y="1233"/>
                    <a:pt x="246217" y="1233"/>
                  </a:cubicBezTo>
                  <a:lnTo>
                    <a:pt x="207254" y="1233"/>
                  </a:lnTo>
                  <a:lnTo>
                    <a:pt x="165050" y="43437"/>
                  </a:lnTo>
                  <a:lnTo>
                    <a:pt x="104883" y="43437"/>
                  </a:lnTo>
                  <a:lnTo>
                    <a:pt x="614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1978550" y="331575"/>
              <a:ext cx="4691750" cy="1289675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937150" y="2104550"/>
              <a:ext cx="6622775" cy="1510475"/>
            </a:xfrm>
            <a:custGeom>
              <a:rect b="b" l="l" r="r" t="t"/>
              <a:pathLst>
                <a:path extrusionOk="0" h="60419" w="264911">
                  <a:moveTo>
                    <a:pt x="183" y="0"/>
                  </a:moveTo>
                  <a:cubicBezTo>
                    <a:pt x="91" y="0"/>
                    <a:pt x="0" y="69"/>
                    <a:pt x="0" y="183"/>
                  </a:cubicBezTo>
                  <a:cubicBezTo>
                    <a:pt x="0" y="297"/>
                    <a:pt x="91" y="365"/>
                    <a:pt x="183" y="365"/>
                  </a:cubicBezTo>
                  <a:lnTo>
                    <a:pt x="57177" y="365"/>
                  </a:lnTo>
                  <a:lnTo>
                    <a:pt x="70941" y="14129"/>
                  </a:lnTo>
                  <a:lnTo>
                    <a:pt x="129214" y="14129"/>
                  </a:lnTo>
                  <a:lnTo>
                    <a:pt x="175504" y="60419"/>
                  </a:lnTo>
                  <a:lnTo>
                    <a:pt x="203419" y="60419"/>
                  </a:lnTo>
                  <a:lnTo>
                    <a:pt x="232316" y="31499"/>
                  </a:lnTo>
                  <a:lnTo>
                    <a:pt x="264705" y="31499"/>
                  </a:lnTo>
                  <a:cubicBezTo>
                    <a:pt x="264819" y="31499"/>
                    <a:pt x="264911" y="31430"/>
                    <a:pt x="264911" y="31316"/>
                  </a:cubicBezTo>
                  <a:cubicBezTo>
                    <a:pt x="264911" y="31225"/>
                    <a:pt x="264819" y="31134"/>
                    <a:pt x="264705" y="31134"/>
                  </a:cubicBezTo>
                  <a:lnTo>
                    <a:pt x="232156" y="31134"/>
                  </a:lnTo>
                  <a:lnTo>
                    <a:pt x="203259" y="60031"/>
                  </a:lnTo>
                  <a:lnTo>
                    <a:pt x="175664" y="60031"/>
                  </a:lnTo>
                  <a:lnTo>
                    <a:pt x="129374" y="13764"/>
                  </a:lnTo>
                  <a:lnTo>
                    <a:pt x="71101" y="13764"/>
                  </a:lnTo>
                  <a:lnTo>
                    <a:pt x="57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1664700" y="294775"/>
              <a:ext cx="3135650" cy="766675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100600" y="2193550"/>
              <a:ext cx="3410675" cy="530725"/>
            </a:xfrm>
            <a:custGeom>
              <a:rect b="b" l="l" r="r" t="t"/>
              <a:pathLst>
                <a:path extrusionOk="0" h="21229" w="136427">
                  <a:moveTo>
                    <a:pt x="20748" y="1"/>
                  </a:moveTo>
                  <a:lnTo>
                    <a:pt x="160" y="20589"/>
                  </a:lnTo>
                  <a:cubicBezTo>
                    <a:pt x="0" y="20726"/>
                    <a:pt x="0" y="20977"/>
                    <a:pt x="160" y="21114"/>
                  </a:cubicBezTo>
                  <a:cubicBezTo>
                    <a:pt x="228" y="21205"/>
                    <a:pt x="342" y="21228"/>
                    <a:pt x="434" y="21228"/>
                  </a:cubicBezTo>
                  <a:cubicBezTo>
                    <a:pt x="525" y="21228"/>
                    <a:pt x="616" y="21205"/>
                    <a:pt x="708" y="21114"/>
                  </a:cubicBezTo>
                  <a:lnTo>
                    <a:pt x="21045" y="777"/>
                  </a:lnTo>
                  <a:lnTo>
                    <a:pt x="85390" y="777"/>
                  </a:lnTo>
                  <a:lnTo>
                    <a:pt x="103307" y="18672"/>
                  </a:lnTo>
                  <a:lnTo>
                    <a:pt x="136039" y="18672"/>
                  </a:lnTo>
                  <a:cubicBezTo>
                    <a:pt x="136267" y="18672"/>
                    <a:pt x="136427" y="18512"/>
                    <a:pt x="136427" y="18307"/>
                  </a:cubicBezTo>
                  <a:cubicBezTo>
                    <a:pt x="136427" y="18078"/>
                    <a:pt x="136267" y="17919"/>
                    <a:pt x="136039" y="17919"/>
                  </a:cubicBezTo>
                  <a:lnTo>
                    <a:pt x="103627" y="17919"/>
                  </a:lnTo>
                  <a:lnTo>
                    <a:pt x="857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106300" y="832600"/>
              <a:ext cx="2024625" cy="395475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24125" y="1108225"/>
              <a:ext cx="1654850" cy="513025"/>
            </a:xfrm>
            <a:custGeom>
              <a:rect b="b" l="l" r="r" t="t"/>
              <a:pathLst>
                <a:path extrusionOk="0" h="20521" w="66194">
                  <a:moveTo>
                    <a:pt x="183" y="0"/>
                  </a:moveTo>
                  <a:cubicBezTo>
                    <a:pt x="92" y="0"/>
                    <a:pt x="1" y="91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5245" y="388"/>
                  </a:lnTo>
                  <a:lnTo>
                    <a:pt x="45377" y="20520"/>
                  </a:lnTo>
                  <a:lnTo>
                    <a:pt x="66011" y="20520"/>
                  </a:lnTo>
                  <a:cubicBezTo>
                    <a:pt x="66103" y="20520"/>
                    <a:pt x="66194" y="20429"/>
                    <a:pt x="66194" y="20337"/>
                  </a:cubicBezTo>
                  <a:cubicBezTo>
                    <a:pt x="66194" y="20223"/>
                    <a:pt x="66103" y="20132"/>
                    <a:pt x="66011" y="20132"/>
                  </a:cubicBezTo>
                  <a:lnTo>
                    <a:pt x="45537" y="20132"/>
                  </a:lnTo>
                  <a:lnTo>
                    <a:pt x="25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24125" y="1371850"/>
              <a:ext cx="979225" cy="451975"/>
            </a:xfrm>
            <a:custGeom>
              <a:rect b="b" l="l" r="r" t="t"/>
              <a:pathLst>
                <a:path extrusionOk="0" h="18079" w="39169">
                  <a:moveTo>
                    <a:pt x="183" y="0"/>
                  </a:moveTo>
                  <a:cubicBezTo>
                    <a:pt x="92" y="0"/>
                    <a:pt x="1" y="92"/>
                    <a:pt x="1" y="206"/>
                  </a:cubicBezTo>
                  <a:cubicBezTo>
                    <a:pt x="1" y="297"/>
                    <a:pt x="92" y="388"/>
                    <a:pt x="183" y="388"/>
                  </a:cubicBezTo>
                  <a:lnTo>
                    <a:pt x="21182" y="388"/>
                  </a:lnTo>
                  <a:lnTo>
                    <a:pt x="38826" y="18010"/>
                  </a:lnTo>
                  <a:cubicBezTo>
                    <a:pt x="38849" y="18055"/>
                    <a:pt x="38895" y="18078"/>
                    <a:pt x="38940" y="18078"/>
                  </a:cubicBezTo>
                  <a:cubicBezTo>
                    <a:pt x="39009" y="18078"/>
                    <a:pt x="39055" y="18055"/>
                    <a:pt x="39077" y="18010"/>
                  </a:cubicBezTo>
                  <a:cubicBezTo>
                    <a:pt x="39169" y="17941"/>
                    <a:pt x="39169" y="17827"/>
                    <a:pt x="39077" y="17736"/>
                  </a:cubicBezTo>
                  <a:lnTo>
                    <a:pt x="213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5585500" y="1408375"/>
              <a:ext cx="1529900" cy="580350"/>
            </a:xfrm>
            <a:custGeom>
              <a:rect b="b" l="l" r="r" t="t"/>
              <a:pathLst>
                <a:path extrusionOk="0" h="23214" w="61196">
                  <a:moveTo>
                    <a:pt x="49121" y="0"/>
                  </a:moveTo>
                  <a:lnTo>
                    <a:pt x="26661" y="22460"/>
                  </a:lnTo>
                  <a:lnTo>
                    <a:pt x="389" y="22460"/>
                  </a:lnTo>
                  <a:cubicBezTo>
                    <a:pt x="161" y="22460"/>
                    <a:pt x="1" y="22620"/>
                    <a:pt x="1" y="22848"/>
                  </a:cubicBezTo>
                  <a:cubicBezTo>
                    <a:pt x="1" y="23054"/>
                    <a:pt x="161" y="23214"/>
                    <a:pt x="389" y="23214"/>
                  </a:cubicBezTo>
                  <a:lnTo>
                    <a:pt x="26980" y="23214"/>
                  </a:lnTo>
                  <a:lnTo>
                    <a:pt x="49441" y="776"/>
                  </a:lnTo>
                  <a:lnTo>
                    <a:pt x="60808" y="776"/>
                  </a:lnTo>
                  <a:cubicBezTo>
                    <a:pt x="61013" y="776"/>
                    <a:pt x="61196" y="594"/>
                    <a:pt x="61196" y="388"/>
                  </a:cubicBezTo>
                  <a:cubicBezTo>
                    <a:pt x="61196" y="183"/>
                    <a:pt x="61013" y="0"/>
                    <a:pt x="60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5953000" y="35431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5022" y="1416"/>
                    <a:pt x="5022" y="2694"/>
                  </a:cubicBezTo>
                  <a:cubicBezTo>
                    <a:pt x="5022" y="3949"/>
                    <a:pt x="3972" y="4999"/>
                    <a:pt x="2694" y="4999"/>
                  </a:cubicBezTo>
                  <a:cubicBezTo>
                    <a:pt x="1416" y="4999"/>
                    <a:pt x="388" y="3949"/>
                    <a:pt x="388" y="2694"/>
                  </a:cubicBezTo>
                  <a:cubicBezTo>
                    <a:pt x="388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187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187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5976400" y="356650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58"/>
                  </a:cubicBezTo>
                  <a:cubicBezTo>
                    <a:pt x="0" y="2717"/>
                    <a:pt x="799" y="3493"/>
                    <a:pt x="1758" y="3493"/>
                  </a:cubicBezTo>
                  <a:cubicBezTo>
                    <a:pt x="2739" y="3493"/>
                    <a:pt x="3515" y="2717"/>
                    <a:pt x="3515" y="1758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5421175" y="22563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2"/>
                    <a:pt x="3972" y="5022"/>
                    <a:pt x="2694" y="5022"/>
                  </a:cubicBezTo>
                  <a:cubicBezTo>
                    <a:pt x="1415" y="5022"/>
                    <a:pt x="365" y="3972"/>
                    <a:pt x="365" y="2694"/>
                  </a:cubicBezTo>
                  <a:cubicBezTo>
                    <a:pt x="365" y="1416"/>
                    <a:pt x="1415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5444575" y="22797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0"/>
                  </a:moveTo>
                  <a:cubicBezTo>
                    <a:pt x="776" y="0"/>
                    <a:pt x="0" y="799"/>
                    <a:pt x="0" y="1758"/>
                  </a:cubicBezTo>
                  <a:cubicBezTo>
                    <a:pt x="0" y="2739"/>
                    <a:pt x="776" y="3516"/>
                    <a:pt x="1758" y="3516"/>
                  </a:cubicBezTo>
                  <a:cubicBezTo>
                    <a:pt x="2716" y="3516"/>
                    <a:pt x="3515" y="2739"/>
                    <a:pt x="3515" y="1758"/>
                  </a:cubicBezTo>
                  <a:cubicBezTo>
                    <a:pt x="3515" y="799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5459400" y="1912225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66"/>
                    <a:pt x="2694" y="366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5482800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99" y="1"/>
                    <a:pt x="0" y="777"/>
                    <a:pt x="0" y="1758"/>
                  </a:cubicBezTo>
                  <a:cubicBezTo>
                    <a:pt x="0" y="2717"/>
                    <a:pt x="799" y="3516"/>
                    <a:pt x="1758" y="3516"/>
                  </a:cubicBezTo>
                  <a:cubicBezTo>
                    <a:pt x="2739" y="3516"/>
                    <a:pt x="3515" y="2717"/>
                    <a:pt x="3515" y="1758"/>
                  </a:cubicBezTo>
                  <a:cubicBezTo>
                    <a:pt x="3515" y="777"/>
                    <a:pt x="2739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4736975" y="1935625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7" y="1"/>
                    <a:pt x="1" y="777"/>
                    <a:pt x="1" y="1758"/>
                  </a:cubicBezTo>
                  <a:cubicBezTo>
                    <a:pt x="1" y="2717"/>
                    <a:pt x="777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7044625" y="2632950"/>
              <a:ext cx="87900" cy="87325"/>
            </a:xfrm>
            <a:custGeom>
              <a:rect b="b" l="l" r="r" t="t"/>
              <a:pathLst>
                <a:path extrusionOk="0" h="3493" w="3516">
                  <a:moveTo>
                    <a:pt x="1758" y="0"/>
                  </a:moveTo>
                  <a:cubicBezTo>
                    <a:pt x="799" y="0"/>
                    <a:pt x="0" y="776"/>
                    <a:pt x="0" y="1735"/>
                  </a:cubicBezTo>
                  <a:cubicBezTo>
                    <a:pt x="0" y="2716"/>
                    <a:pt x="799" y="3493"/>
                    <a:pt x="1758" y="3493"/>
                  </a:cubicBezTo>
                  <a:cubicBezTo>
                    <a:pt x="2739" y="3493"/>
                    <a:pt x="3515" y="2716"/>
                    <a:pt x="3515" y="1735"/>
                  </a:cubicBezTo>
                  <a:cubicBezTo>
                    <a:pt x="3515" y="776"/>
                    <a:pt x="2739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4222850" y="1085400"/>
              <a:ext cx="134675" cy="134675"/>
            </a:xfrm>
            <a:custGeom>
              <a:rect b="b" l="l" r="r" t="t"/>
              <a:pathLst>
                <a:path extrusionOk="0" h="5387" w="5387">
                  <a:moveTo>
                    <a:pt x="2694" y="388"/>
                  </a:moveTo>
                  <a:cubicBezTo>
                    <a:pt x="3972" y="388"/>
                    <a:pt x="5022" y="1415"/>
                    <a:pt x="5022" y="2694"/>
                  </a:cubicBezTo>
                  <a:cubicBezTo>
                    <a:pt x="5022" y="3972"/>
                    <a:pt x="3972" y="4999"/>
                    <a:pt x="2694" y="4999"/>
                  </a:cubicBezTo>
                  <a:cubicBezTo>
                    <a:pt x="1415" y="4999"/>
                    <a:pt x="388" y="3972"/>
                    <a:pt x="388" y="2694"/>
                  </a:cubicBezTo>
                  <a:cubicBezTo>
                    <a:pt x="388" y="1415"/>
                    <a:pt x="1415" y="388"/>
                    <a:pt x="2694" y="388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7"/>
                    <a:pt x="1210" y="5387"/>
                    <a:pt x="2694" y="5387"/>
                  </a:cubicBezTo>
                  <a:cubicBezTo>
                    <a:pt x="4177" y="5387"/>
                    <a:pt x="5387" y="4177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4246800" y="1108775"/>
              <a:ext cx="87350" cy="87925"/>
            </a:xfrm>
            <a:custGeom>
              <a:rect b="b" l="l" r="r" t="t"/>
              <a:pathLst>
                <a:path extrusionOk="0" h="3517" w="3494">
                  <a:moveTo>
                    <a:pt x="1736" y="1"/>
                  </a:moveTo>
                  <a:cubicBezTo>
                    <a:pt x="777" y="1"/>
                    <a:pt x="1" y="800"/>
                    <a:pt x="1" y="1759"/>
                  </a:cubicBezTo>
                  <a:cubicBezTo>
                    <a:pt x="1" y="2717"/>
                    <a:pt x="777" y="3516"/>
                    <a:pt x="1736" y="3516"/>
                  </a:cubicBezTo>
                  <a:cubicBezTo>
                    <a:pt x="2717" y="3516"/>
                    <a:pt x="3493" y="2717"/>
                    <a:pt x="3493" y="1759"/>
                  </a:cubicBezTo>
                  <a:cubicBezTo>
                    <a:pt x="3493" y="800"/>
                    <a:pt x="2717" y="1"/>
                    <a:pt x="1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3502700" y="258500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89"/>
                  </a:moveTo>
                  <a:cubicBezTo>
                    <a:pt x="3972" y="389"/>
                    <a:pt x="4999" y="1416"/>
                    <a:pt x="4999" y="2694"/>
                  </a:cubicBezTo>
                  <a:cubicBezTo>
                    <a:pt x="4999" y="3973"/>
                    <a:pt x="3972" y="5000"/>
                    <a:pt x="2694" y="5000"/>
                  </a:cubicBezTo>
                  <a:cubicBezTo>
                    <a:pt x="1416" y="5000"/>
                    <a:pt x="389" y="3973"/>
                    <a:pt x="389" y="2694"/>
                  </a:cubicBezTo>
                  <a:cubicBezTo>
                    <a:pt x="389" y="1416"/>
                    <a:pt x="1416" y="389"/>
                    <a:pt x="2694" y="389"/>
                  </a:cubicBezTo>
                  <a:close/>
                  <a:moveTo>
                    <a:pt x="2694" y="1"/>
                  </a:moveTo>
                  <a:cubicBezTo>
                    <a:pt x="1210" y="1"/>
                    <a:pt x="1" y="1211"/>
                    <a:pt x="1" y="2694"/>
                  </a:cubicBezTo>
                  <a:cubicBezTo>
                    <a:pt x="1" y="4178"/>
                    <a:pt x="1210" y="5388"/>
                    <a:pt x="2694" y="5388"/>
                  </a:cubicBezTo>
                  <a:cubicBezTo>
                    <a:pt x="4178" y="5388"/>
                    <a:pt x="5387" y="4178"/>
                    <a:pt x="5387" y="2694"/>
                  </a:cubicBezTo>
                  <a:cubicBezTo>
                    <a:pt x="5387" y="1211"/>
                    <a:pt x="4178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3526100" y="2608400"/>
              <a:ext cx="87900" cy="87900"/>
            </a:xfrm>
            <a:custGeom>
              <a:rect b="b" l="l" r="r" t="t"/>
              <a:pathLst>
                <a:path extrusionOk="0" h="3516" w="3516">
                  <a:moveTo>
                    <a:pt x="1758" y="1"/>
                  </a:moveTo>
                  <a:cubicBezTo>
                    <a:pt x="776" y="1"/>
                    <a:pt x="0" y="777"/>
                    <a:pt x="0" y="1758"/>
                  </a:cubicBezTo>
                  <a:cubicBezTo>
                    <a:pt x="0" y="2717"/>
                    <a:pt x="776" y="3516"/>
                    <a:pt x="1758" y="3516"/>
                  </a:cubicBezTo>
                  <a:cubicBezTo>
                    <a:pt x="2717" y="3516"/>
                    <a:pt x="3516" y="2717"/>
                    <a:pt x="3516" y="1758"/>
                  </a:cubicBezTo>
                  <a:cubicBezTo>
                    <a:pt x="3516" y="777"/>
                    <a:pt x="2717" y="1"/>
                    <a:pt x="1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2281550" y="1156150"/>
              <a:ext cx="134700" cy="134700"/>
            </a:xfrm>
            <a:custGeom>
              <a:rect b="b" l="l" r="r" t="t"/>
              <a:pathLst>
                <a:path extrusionOk="0" h="5388" w="5388">
                  <a:moveTo>
                    <a:pt x="2694" y="366"/>
                  </a:moveTo>
                  <a:cubicBezTo>
                    <a:pt x="3972" y="366"/>
                    <a:pt x="4999" y="1416"/>
                    <a:pt x="4999" y="2694"/>
                  </a:cubicBezTo>
                  <a:cubicBezTo>
                    <a:pt x="4999" y="3972"/>
                    <a:pt x="3972" y="4999"/>
                    <a:pt x="2694" y="4999"/>
                  </a:cubicBezTo>
                  <a:cubicBezTo>
                    <a:pt x="1416" y="4999"/>
                    <a:pt x="366" y="3972"/>
                    <a:pt x="366" y="2694"/>
                  </a:cubicBezTo>
                  <a:cubicBezTo>
                    <a:pt x="366" y="1416"/>
                    <a:pt x="1416" y="366"/>
                    <a:pt x="2694" y="366"/>
                  </a:cubicBezTo>
                  <a:close/>
                  <a:moveTo>
                    <a:pt x="2694" y="0"/>
                  </a:moveTo>
                  <a:cubicBezTo>
                    <a:pt x="1210" y="0"/>
                    <a:pt x="0" y="1210"/>
                    <a:pt x="0" y="2694"/>
                  </a:cubicBezTo>
                  <a:cubicBezTo>
                    <a:pt x="0" y="4178"/>
                    <a:pt x="1210" y="5387"/>
                    <a:pt x="2694" y="5387"/>
                  </a:cubicBezTo>
                  <a:cubicBezTo>
                    <a:pt x="4177" y="5387"/>
                    <a:pt x="5387" y="4178"/>
                    <a:pt x="5387" y="2694"/>
                  </a:cubicBezTo>
                  <a:cubicBezTo>
                    <a:pt x="5387" y="1210"/>
                    <a:pt x="4177" y="0"/>
                    <a:pt x="2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2304950" y="1179550"/>
              <a:ext cx="87325" cy="87900"/>
            </a:xfrm>
            <a:custGeom>
              <a:rect b="b" l="l" r="r" t="t"/>
              <a:pathLst>
                <a:path extrusionOk="0" h="3516" w="3493">
                  <a:moveTo>
                    <a:pt x="1758" y="0"/>
                  </a:moveTo>
                  <a:cubicBezTo>
                    <a:pt x="776" y="0"/>
                    <a:pt x="0" y="776"/>
                    <a:pt x="0" y="1758"/>
                  </a:cubicBezTo>
                  <a:cubicBezTo>
                    <a:pt x="0" y="2717"/>
                    <a:pt x="776" y="3515"/>
                    <a:pt x="1758" y="3515"/>
                  </a:cubicBezTo>
                  <a:cubicBezTo>
                    <a:pt x="2716" y="3515"/>
                    <a:pt x="3493" y="2717"/>
                    <a:pt x="3493" y="1758"/>
                  </a:cubicBezTo>
                  <a:cubicBezTo>
                    <a:pt x="3493" y="776"/>
                    <a:pt x="2716" y="0"/>
                    <a:pt x="1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577950" y="1004925"/>
              <a:ext cx="94750" cy="94750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595075" y="1022050"/>
              <a:ext cx="59950" cy="59950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2892125" y="11704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310" y="4246"/>
                    <a:pt x="4246" y="3287"/>
                    <a:pt x="4246" y="2123"/>
                  </a:cubicBezTo>
                  <a:cubicBezTo>
                    <a:pt x="4246" y="936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7004675" y="136615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36" y="0"/>
                    <a:pt x="0" y="959"/>
                    <a:pt x="0" y="2123"/>
                  </a:cubicBezTo>
                  <a:cubicBezTo>
                    <a:pt x="0" y="3310"/>
                    <a:pt x="936" y="4246"/>
                    <a:pt x="2123" y="4246"/>
                  </a:cubicBezTo>
                  <a:cubicBezTo>
                    <a:pt x="3287" y="4246"/>
                    <a:pt x="4246" y="3310"/>
                    <a:pt x="4246" y="2123"/>
                  </a:cubicBezTo>
                  <a:cubicBezTo>
                    <a:pt x="4246" y="959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6446600" y="2270600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59"/>
                    <a:pt x="0" y="2123"/>
                  </a:cubicBezTo>
                  <a:cubicBezTo>
                    <a:pt x="0" y="3310"/>
                    <a:pt x="959" y="4246"/>
                    <a:pt x="2123" y="4246"/>
                  </a:cubicBezTo>
                  <a:cubicBezTo>
                    <a:pt x="3310" y="4246"/>
                    <a:pt x="4246" y="3310"/>
                    <a:pt x="4246" y="2123"/>
                  </a:cubicBezTo>
                  <a:cubicBezTo>
                    <a:pt x="4246" y="959"/>
                    <a:pt x="3310" y="0"/>
                    <a:pt x="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6258275" y="3300575"/>
              <a:ext cx="69650" cy="69650"/>
            </a:xfrm>
            <a:custGeom>
              <a:rect b="b" l="l" r="r" t="t"/>
              <a:pathLst>
                <a:path extrusionOk="0" h="2786" w="2786">
                  <a:moveTo>
                    <a:pt x="1393" y="1"/>
                  </a:moveTo>
                  <a:cubicBezTo>
                    <a:pt x="617" y="1"/>
                    <a:pt x="1" y="617"/>
                    <a:pt x="1" y="1393"/>
                  </a:cubicBezTo>
                  <a:cubicBezTo>
                    <a:pt x="1" y="2146"/>
                    <a:pt x="617" y="2786"/>
                    <a:pt x="1393" y="2786"/>
                  </a:cubicBezTo>
                  <a:cubicBezTo>
                    <a:pt x="2169" y="2786"/>
                    <a:pt x="2786" y="2146"/>
                    <a:pt x="2786" y="1393"/>
                  </a:cubicBezTo>
                  <a:cubicBezTo>
                    <a:pt x="2786" y="617"/>
                    <a:pt x="2169" y="1"/>
                    <a:pt x="1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4746100" y="3030675"/>
              <a:ext cx="69650" cy="69075"/>
            </a:xfrm>
            <a:custGeom>
              <a:rect b="b" l="l" r="r" t="t"/>
              <a:pathLst>
                <a:path extrusionOk="0" h="2763" w="2786">
                  <a:moveTo>
                    <a:pt x="1393" y="0"/>
                  </a:moveTo>
                  <a:cubicBezTo>
                    <a:pt x="617" y="0"/>
                    <a:pt x="1" y="617"/>
                    <a:pt x="1" y="1393"/>
                  </a:cubicBezTo>
                  <a:cubicBezTo>
                    <a:pt x="1" y="2146"/>
                    <a:pt x="617" y="2762"/>
                    <a:pt x="1393" y="2762"/>
                  </a:cubicBezTo>
                  <a:cubicBezTo>
                    <a:pt x="2169" y="2762"/>
                    <a:pt x="2786" y="2146"/>
                    <a:pt x="2786" y="1393"/>
                  </a:cubicBezTo>
                  <a:cubicBezTo>
                    <a:pt x="2786" y="617"/>
                    <a:pt x="2169" y="0"/>
                    <a:pt x="1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5111875" y="1378700"/>
              <a:ext cx="106175" cy="106150"/>
            </a:xfrm>
            <a:custGeom>
              <a:rect b="b" l="l" r="r" t="t"/>
              <a:pathLst>
                <a:path extrusionOk="0" h="4246" w="4247">
                  <a:moveTo>
                    <a:pt x="2124" y="0"/>
                  </a:moveTo>
                  <a:cubicBezTo>
                    <a:pt x="960" y="0"/>
                    <a:pt x="1" y="959"/>
                    <a:pt x="1" y="2123"/>
                  </a:cubicBezTo>
                  <a:cubicBezTo>
                    <a:pt x="1" y="3310"/>
                    <a:pt x="960" y="4246"/>
                    <a:pt x="2124" y="4246"/>
                  </a:cubicBezTo>
                  <a:cubicBezTo>
                    <a:pt x="3288" y="4246"/>
                    <a:pt x="4246" y="3310"/>
                    <a:pt x="4246" y="2123"/>
                  </a:cubicBezTo>
                  <a:cubicBezTo>
                    <a:pt x="4246" y="959"/>
                    <a:pt x="3288" y="0"/>
                    <a:pt x="21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5692225" y="1404950"/>
              <a:ext cx="75350" cy="74775"/>
            </a:xfrm>
            <a:custGeom>
              <a:rect b="b" l="l" r="r" t="t"/>
              <a:pathLst>
                <a:path extrusionOk="0" h="2991" w="3014">
                  <a:moveTo>
                    <a:pt x="1507" y="0"/>
                  </a:moveTo>
                  <a:cubicBezTo>
                    <a:pt x="685" y="0"/>
                    <a:pt x="0" y="662"/>
                    <a:pt x="0" y="1507"/>
                  </a:cubicBezTo>
                  <a:cubicBezTo>
                    <a:pt x="0" y="2328"/>
                    <a:pt x="685" y="2990"/>
                    <a:pt x="1507" y="2990"/>
                  </a:cubicBezTo>
                  <a:cubicBezTo>
                    <a:pt x="2328" y="2990"/>
                    <a:pt x="3013" y="2328"/>
                    <a:pt x="3013" y="1507"/>
                  </a:cubicBezTo>
                  <a:cubicBezTo>
                    <a:pt x="3013" y="662"/>
                    <a:pt x="2328" y="0"/>
                    <a:pt x="1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5821750" y="1469425"/>
              <a:ext cx="79350" cy="79350"/>
            </a:xfrm>
            <a:custGeom>
              <a:rect b="b" l="l" r="r" t="t"/>
              <a:pathLst>
                <a:path extrusionOk="0" h="3174" w="3174">
                  <a:moveTo>
                    <a:pt x="1598" y="1"/>
                  </a:moveTo>
                  <a:cubicBezTo>
                    <a:pt x="708" y="1"/>
                    <a:pt x="1" y="708"/>
                    <a:pt x="1" y="1575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75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3572900" y="2384150"/>
              <a:ext cx="139825" cy="139250"/>
            </a:xfrm>
            <a:custGeom>
              <a:rect b="b" l="l" r="r" t="t"/>
              <a:pathLst>
                <a:path extrusionOk="0" h="5570" w="5593">
                  <a:moveTo>
                    <a:pt x="2808" y="0"/>
                  </a:moveTo>
                  <a:cubicBezTo>
                    <a:pt x="1255" y="0"/>
                    <a:pt x="0" y="1233"/>
                    <a:pt x="0" y="2785"/>
                  </a:cubicBezTo>
                  <a:cubicBezTo>
                    <a:pt x="0" y="4314"/>
                    <a:pt x="1255" y="5570"/>
                    <a:pt x="2808" y="5570"/>
                  </a:cubicBezTo>
                  <a:cubicBezTo>
                    <a:pt x="4337" y="5570"/>
                    <a:pt x="5592" y="4314"/>
                    <a:pt x="5592" y="2785"/>
                  </a:cubicBezTo>
                  <a:cubicBezTo>
                    <a:pt x="5592" y="1233"/>
                    <a:pt x="4337" y="0"/>
                    <a:pt x="2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5419450" y="2995300"/>
              <a:ext cx="139825" cy="139825"/>
            </a:xfrm>
            <a:custGeom>
              <a:rect b="b" l="l" r="r" t="t"/>
              <a:pathLst>
                <a:path extrusionOk="0" h="5593" w="5593">
                  <a:moveTo>
                    <a:pt x="2785" y="0"/>
                  </a:moveTo>
                  <a:cubicBezTo>
                    <a:pt x="1256" y="0"/>
                    <a:pt x="1" y="1256"/>
                    <a:pt x="1" y="2808"/>
                  </a:cubicBezTo>
                  <a:cubicBezTo>
                    <a:pt x="1" y="4337"/>
                    <a:pt x="1256" y="5592"/>
                    <a:pt x="2785" y="5592"/>
                  </a:cubicBezTo>
                  <a:cubicBezTo>
                    <a:pt x="4338" y="5592"/>
                    <a:pt x="5593" y="4337"/>
                    <a:pt x="5593" y="2808"/>
                  </a:cubicBezTo>
                  <a:cubicBezTo>
                    <a:pt x="5593" y="1256"/>
                    <a:pt x="4338" y="0"/>
                    <a:pt x="27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3311550" y="1787275"/>
              <a:ext cx="65075" cy="65075"/>
            </a:xfrm>
            <a:custGeom>
              <a:rect b="b" l="l" r="r" t="t"/>
              <a:pathLst>
                <a:path extrusionOk="0" h="2603" w="2603">
                  <a:moveTo>
                    <a:pt x="1301" y="0"/>
                  </a:moveTo>
                  <a:cubicBezTo>
                    <a:pt x="594" y="0"/>
                    <a:pt x="0" y="571"/>
                    <a:pt x="0" y="1301"/>
                  </a:cubicBezTo>
                  <a:cubicBezTo>
                    <a:pt x="0" y="2009"/>
                    <a:pt x="594" y="2602"/>
                    <a:pt x="1301" y="2602"/>
                  </a:cubicBezTo>
                  <a:cubicBezTo>
                    <a:pt x="2009" y="2602"/>
                    <a:pt x="2602" y="2009"/>
                    <a:pt x="2602" y="1301"/>
                  </a:cubicBezTo>
                  <a:cubicBezTo>
                    <a:pt x="2602" y="571"/>
                    <a:pt x="2009" y="0"/>
                    <a:pt x="1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3501550" y="1519075"/>
              <a:ext cx="143825" cy="144400"/>
            </a:xfrm>
            <a:custGeom>
              <a:rect b="b" l="l" r="r" t="t"/>
              <a:pathLst>
                <a:path extrusionOk="0" h="5776" w="5753">
                  <a:moveTo>
                    <a:pt x="2877" y="388"/>
                  </a:moveTo>
                  <a:cubicBezTo>
                    <a:pt x="4246" y="388"/>
                    <a:pt x="5388" y="1507"/>
                    <a:pt x="5388" y="2899"/>
                  </a:cubicBezTo>
                  <a:cubicBezTo>
                    <a:pt x="5388" y="4269"/>
                    <a:pt x="4246" y="5410"/>
                    <a:pt x="2877" y="5410"/>
                  </a:cubicBezTo>
                  <a:cubicBezTo>
                    <a:pt x="1485" y="5410"/>
                    <a:pt x="366" y="4269"/>
                    <a:pt x="366" y="2899"/>
                  </a:cubicBezTo>
                  <a:cubicBezTo>
                    <a:pt x="366" y="1507"/>
                    <a:pt x="1485" y="388"/>
                    <a:pt x="2877" y="388"/>
                  </a:cubicBezTo>
                  <a:close/>
                  <a:moveTo>
                    <a:pt x="2877" y="0"/>
                  </a:moveTo>
                  <a:cubicBezTo>
                    <a:pt x="1279" y="0"/>
                    <a:pt x="1" y="1301"/>
                    <a:pt x="1" y="2899"/>
                  </a:cubicBezTo>
                  <a:cubicBezTo>
                    <a:pt x="1" y="4497"/>
                    <a:pt x="1279" y="5775"/>
                    <a:pt x="2877" y="5775"/>
                  </a:cubicBezTo>
                  <a:cubicBezTo>
                    <a:pt x="4475" y="5775"/>
                    <a:pt x="5753" y="4497"/>
                    <a:pt x="5753" y="2899"/>
                  </a:cubicBezTo>
                  <a:cubicBezTo>
                    <a:pt x="5753" y="1301"/>
                    <a:pt x="4475" y="0"/>
                    <a:pt x="2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3526675" y="1544750"/>
              <a:ext cx="93600" cy="93050"/>
            </a:xfrm>
            <a:custGeom>
              <a:rect b="b" l="l" r="r" t="t"/>
              <a:pathLst>
                <a:path extrusionOk="0" h="3722" w="3744">
                  <a:moveTo>
                    <a:pt x="1872" y="0"/>
                  </a:moveTo>
                  <a:cubicBezTo>
                    <a:pt x="845" y="0"/>
                    <a:pt x="0" y="845"/>
                    <a:pt x="0" y="1872"/>
                  </a:cubicBezTo>
                  <a:cubicBezTo>
                    <a:pt x="0" y="2899"/>
                    <a:pt x="845" y="3721"/>
                    <a:pt x="1872" y="3721"/>
                  </a:cubicBezTo>
                  <a:cubicBezTo>
                    <a:pt x="2899" y="3721"/>
                    <a:pt x="3744" y="2899"/>
                    <a:pt x="3744" y="1872"/>
                  </a:cubicBezTo>
                  <a:cubicBezTo>
                    <a:pt x="3744" y="845"/>
                    <a:pt x="2899" y="0"/>
                    <a:pt x="1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930050" y="1563575"/>
              <a:ext cx="106150" cy="106175"/>
            </a:xfrm>
            <a:custGeom>
              <a:rect b="b" l="l" r="r" t="t"/>
              <a:pathLst>
                <a:path extrusionOk="0" h="4247" w="4246">
                  <a:moveTo>
                    <a:pt x="2123" y="1"/>
                  </a:moveTo>
                  <a:cubicBezTo>
                    <a:pt x="959" y="1"/>
                    <a:pt x="0" y="937"/>
                    <a:pt x="0" y="2123"/>
                  </a:cubicBezTo>
                  <a:cubicBezTo>
                    <a:pt x="0" y="3288"/>
                    <a:pt x="959" y="4246"/>
                    <a:pt x="2123" y="4246"/>
                  </a:cubicBezTo>
                  <a:cubicBezTo>
                    <a:pt x="3310" y="4246"/>
                    <a:pt x="4246" y="3288"/>
                    <a:pt x="4246" y="2123"/>
                  </a:cubicBezTo>
                  <a:cubicBezTo>
                    <a:pt x="4246" y="937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621325" y="1563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36" y="1"/>
                    <a:pt x="1" y="937"/>
                    <a:pt x="1" y="2123"/>
                  </a:cubicBezTo>
                  <a:cubicBezTo>
                    <a:pt x="1" y="3288"/>
                    <a:pt x="936" y="4246"/>
                    <a:pt x="2123" y="4246"/>
                  </a:cubicBezTo>
                  <a:cubicBezTo>
                    <a:pt x="3287" y="4246"/>
                    <a:pt x="4246" y="3288"/>
                    <a:pt x="4246" y="2123"/>
                  </a:cubicBezTo>
                  <a:cubicBezTo>
                    <a:pt x="4246" y="937"/>
                    <a:pt x="3287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944550" y="1765575"/>
              <a:ext cx="106175" cy="106175"/>
            </a:xfrm>
            <a:custGeom>
              <a:rect b="b" l="l" r="r" t="t"/>
              <a:pathLst>
                <a:path extrusionOk="0" h="4247" w="4247">
                  <a:moveTo>
                    <a:pt x="2123" y="1"/>
                  </a:moveTo>
                  <a:cubicBezTo>
                    <a:pt x="959" y="1"/>
                    <a:pt x="1" y="960"/>
                    <a:pt x="1" y="2124"/>
                  </a:cubicBezTo>
                  <a:cubicBezTo>
                    <a:pt x="1" y="3311"/>
                    <a:pt x="959" y="4246"/>
                    <a:pt x="2123" y="4246"/>
                  </a:cubicBezTo>
                  <a:cubicBezTo>
                    <a:pt x="3310" y="4246"/>
                    <a:pt x="4246" y="3311"/>
                    <a:pt x="4246" y="2124"/>
                  </a:cubicBezTo>
                  <a:cubicBezTo>
                    <a:pt x="4246" y="960"/>
                    <a:pt x="3310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496050" y="1323925"/>
              <a:ext cx="106150" cy="106150"/>
            </a:xfrm>
            <a:custGeom>
              <a:rect b="b" l="l" r="r" t="t"/>
              <a:pathLst>
                <a:path extrusionOk="0" h="4246" w="4246">
                  <a:moveTo>
                    <a:pt x="2123" y="0"/>
                  </a:moveTo>
                  <a:cubicBezTo>
                    <a:pt x="959" y="0"/>
                    <a:pt x="0" y="936"/>
                    <a:pt x="0" y="2123"/>
                  </a:cubicBezTo>
                  <a:cubicBezTo>
                    <a:pt x="0" y="3287"/>
                    <a:pt x="959" y="4246"/>
                    <a:pt x="2123" y="4246"/>
                  </a:cubicBezTo>
                  <a:cubicBezTo>
                    <a:pt x="3287" y="4246"/>
                    <a:pt x="4246" y="3287"/>
                    <a:pt x="4246" y="2123"/>
                  </a:cubicBezTo>
                  <a:cubicBezTo>
                    <a:pt x="4246" y="936"/>
                    <a:pt x="3287" y="0"/>
                    <a:pt x="2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3168300" y="1186975"/>
              <a:ext cx="72500" cy="73050"/>
            </a:xfrm>
            <a:custGeom>
              <a:rect b="b" l="l" r="r" t="t"/>
              <a:pathLst>
                <a:path extrusionOk="0" h="2922" w="2900">
                  <a:moveTo>
                    <a:pt x="1462" y="0"/>
                  </a:moveTo>
                  <a:cubicBezTo>
                    <a:pt x="640" y="0"/>
                    <a:pt x="1" y="639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1" y="2922"/>
                    <a:pt x="2900" y="2260"/>
                    <a:pt x="2900" y="1461"/>
                  </a:cubicBezTo>
                  <a:cubicBezTo>
                    <a:pt x="2900" y="639"/>
                    <a:pt x="2261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238425" y="1362725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2" y="0"/>
                  </a:moveTo>
                  <a:cubicBezTo>
                    <a:pt x="640" y="0"/>
                    <a:pt x="1" y="662"/>
                    <a:pt x="1" y="1461"/>
                  </a:cubicBezTo>
                  <a:cubicBezTo>
                    <a:pt x="1" y="2260"/>
                    <a:pt x="640" y="2922"/>
                    <a:pt x="1462" y="2922"/>
                  </a:cubicBezTo>
                  <a:cubicBezTo>
                    <a:pt x="2260" y="2922"/>
                    <a:pt x="2922" y="2260"/>
                    <a:pt x="2922" y="1461"/>
                  </a:cubicBezTo>
                  <a:cubicBezTo>
                    <a:pt x="2922" y="662"/>
                    <a:pt x="2260" y="0"/>
                    <a:pt x="1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2281550" y="832600"/>
              <a:ext cx="2995850" cy="9725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2222775" y="800650"/>
              <a:ext cx="73075" cy="73050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5235725" y="800650"/>
              <a:ext cx="73050" cy="73050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5732175" y="319450"/>
              <a:ext cx="1118450" cy="1117475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5870250" y="381100"/>
              <a:ext cx="1118475" cy="1117450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4775775" y="1974875"/>
              <a:ext cx="2300825" cy="706600"/>
            </a:xfrm>
            <a:custGeom>
              <a:rect b="b" l="l" r="r" t="t"/>
              <a:pathLst>
                <a:path extrusionOk="0" h="28264" w="92033">
                  <a:moveTo>
                    <a:pt x="206" y="0"/>
                  </a:moveTo>
                  <a:cubicBezTo>
                    <a:pt x="155" y="0"/>
                    <a:pt x="104" y="17"/>
                    <a:pt x="69" y="51"/>
                  </a:cubicBezTo>
                  <a:cubicBezTo>
                    <a:pt x="1" y="120"/>
                    <a:pt x="1" y="234"/>
                    <a:pt x="69" y="325"/>
                  </a:cubicBezTo>
                  <a:lnTo>
                    <a:pt x="28007" y="28263"/>
                  </a:lnTo>
                  <a:lnTo>
                    <a:pt x="91850" y="28263"/>
                  </a:lnTo>
                  <a:cubicBezTo>
                    <a:pt x="91941" y="28263"/>
                    <a:pt x="92032" y="28172"/>
                    <a:pt x="92032" y="28058"/>
                  </a:cubicBezTo>
                  <a:cubicBezTo>
                    <a:pt x="92032" y="27967"/>
                    <a:pt x="91941" y="27875"/>
                    <a:pt x="91850" y="27875"/>
                  </a:cubicBezTo>
                  <a:lnTo>
                    <a:pt x="28167" y="27875"/>
                  </a:lnTo>
                  <a:lnTo>
                    <a:pt x="343" y="51"/>
                  </a:lnTo>
                  <a:cubicBezTo>
                    <a:pt x="309" y="17"/>
                    <a:pt x="258" y="0"/>
                    <a:pt x="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3518100" y="2023500"/>
              <a:ext cx="149550" cy="93050"/>
            </a:xfrm>
            <a:custGeom>
              <a:rect b="b" l="l" r="r" t="t"/>
              <a:pathLst>
                <a:path extrusionOk="0" h="3722" w="5982">
                  <a:moveTo>
                    <a:pt x="1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36305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0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37423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584" y="3721"/>
                  </a:lnTo>
                  <a:lnTo>
                    <a:pt x="5980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38547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3966625" y="2023500"/>
              <a:ext cx="148950" cy="93050"/>
            </a:xfrm>
            <a:custGeom>
              <a:rect b="b" l="l" r="r" t="t"/>
              <a:pathLst>
                <a:path extrusionOk="0" h="3722" w="5958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407847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0" y="1"/>
                  </a:moveTo>
                  <a:lnTo>
                    <a:pt x="3607" y="3721"/>
                  </a:lnTo>
                  <a:lnTo>
                    <a:pt x="5981" y="3721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4190875" y="2023500"/>
              <a:ext cx="148975" cy="93050"/>
            </a:xfrm>
            <a:custGeom>
              <a:rect b="b" l="l" r="r" t="t"/>
              <a:pathLst>
                <a:path extrusionOk="0" h="3722" w="5959">
                  <a:moveTo>
                    <a:pt x="1" y="1"/>
                  </a:moveTo>
                  <a:lnTo>
                    <a:pt x="3584" y="3721"/>
                  </a:lnTo>
                  <a:lnTo>
                    <a:pt x="5958" y="3721"/>
                  </a:lnTo>
                  <a:lnTo>
                    <a:pt x="23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4302725" y="2023500"/>
              <a:ext cx="149525" cy="93050"/>
            </a:xfrm>
            <a:custGeom>
              <a:rect b="b" l="l" r="r" t="t"/>
              <a:pathLst>
                <a:path extrusionOk="0" h="3722" w="5981">
                  <a:moveTo>
                    <a:pt x="1" y="1"/>
                  </a:moveTo>
                  <a:lnTo>
                    <a:pt x="3584" y="3721"/>
                  </a:lnTo>
                  <a:lnTo>
                    <a:pt x="5981" y="3721"/>
                  </a:lnTo>
                  <a:lnTo>
                    <a:pt x="2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27180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29258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0" y="6916"/>
                  </a:lnTo>
                  <a:lnTo>
                    <a:pt x="4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3133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3341775" y="28001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1" y="0"/>
                  </a:moveTo>
                  <a:lnTo>
                    <a:pt x="6643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35495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0" y="0"/>
                  </a:moveTo>
                  <a:lnTo>
                    <a:pt x="6665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3757200" y="28001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1" y="0"/>
                  </a:moveTo>
                  <a:lnTo>
                    <a:pt x="6666" y="6916"/>
                  </a:lnTo>
                  <a:lnTo>
                    <a:pt x="11071" y="6916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61139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5906200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5698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5490225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52825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5074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4867075" y="435450"/>
              <a:ext cx="276800" cy="172925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4658800" y="435450"/>
              <a:ext cx="276775" cy="172925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48534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49407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50280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5115300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52026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52899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53772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5465100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5552425" y="927325"/>
              <a:ext cx="143250" cy="155250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56397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5727025" y="927325"/>
              <a:ext cx="143825" cy="155250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33"/>
          <p:cNvGrpSpPr/>
          <p:nvPr/>
        </p:nvGrpSpPr>
        <p:grpSpPr>
          <a:xfrm>
            <a:off x="-64791" y="3334954"/>
            <a:ext cx="2438787" cy="1857515"/>
            <a:chOff x="-64791" y="3334954"/>
            <a:chExt cx="2438787" cy="1857515"/>
          </a:xfrm>
        </p:grpSpPr>
        <p:sp>
          <p:nvSpPr>
            <p:cNvPr id="654" name="Google Shape;654;p33"/>
            <p:cNvSpPr/>
            <p:nvPr/>
          </p:nvSpPr>
          <p:spPr>
            <a:xfrm>
              <a:off x="153233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735872" y="4953367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73449" y="4953367"/>
              <a:ext cx="527044" cy="101"/>
            </a:xfrm>
            <a:custGeom>
              <a:rect b="b" l="l" r="r" t="t"/>
              <a:pathLst>
                <a:path extrusionOk="0" fill="none" h="1" w="5214">
                  <a:moveTo>
                    <a:pt x="5214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-26784" y="4811455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115" y="4735444"/>
              <a:ext cx="78642" cy="101"/>
            </a:xfrm>
            <a:custGeom>
              <a:rect b="b" l="l" r="r" t="t"/>
              <a:pathLst>
                <a:path extrusionOk="0" fill="none" h="1" w="778">
                  <a:moveTo>
                    <a:pt x="77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811974" y="4755761"/>
              <a:ext cx="53372" cy="101"/>
            </a:xfrm>
            <a:custGeom>
              <a:rect b="b" l="l" r="r" t="t"/>
              <a:pathLst>
                <a:path extrusionOk="0" fill="none" h="1" w="528">
                  <a:moveTo>
                    <a:pt x="1" y="0"/>
                  </a:moveTo>
                  <a:lnTo>
                    <a:pt x="52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459715" y="5029378"/>
              <a:ext cx="101" cy="114116"/>
            </a:xfrm>
            <a:custGeom>
              <a:rect b="b" l="l" r="r" t="t"/>
              <a:pathLst>
                <a:path extrusionOk="0" fill="none" h="1129" w="1">
                  <a:moveTo>
                    <a:pt x="1" y="0"/>
                  </a:moveTo>
                  <a:lnTo>
                    <a:pt x="1" y="1128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335585" y="5029378"/>
              <a:ext cx="101" cy="53268"/>
            </a:xfrm>
            <a:custGeom>
              <a:rect b="b" l="l" r="r" t="t"/>
              <a:pathLst>
                <a:path extrusionOk="0" fill="none" h="527" w="1">
                  <a:moveTo>
                    <a:pt x="1" y="0"/>
                  </a:moveTo>
                  <a:lnTo>
                    <a:pt x="1" y="5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244409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611743" y="5029378"/>
              <a:ext cx="101" cy="83692"/>
            </a:xfrm>
            <a:custGeom>
              <a:rect b="b" l="l" r="r" t="t"/>
              <a:pathLst>
                <a:path extrusionOk="0" fill="none" h="828" w="1">
                  <a:moveTo>
                    <a:pt x="0" y="0"/>
                  </a:moveTo>
                  <a:lnTo>
                    <a:pt x="0" y="8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535729" y="5029378"/>
              <a:ext cx="101" cy="63376"/>
            </a:xfrm>
            <a:custGeom>
              <a:rect b="b" l="l" r="r" t="t"/>
              <a:pathLst>
                <a:path extrusionOk="0" fill="none" h="627" w="1">
                  <a:moveTo>
                    <a:pt x="1" y="0"/>
                  </a:moveTo>
                  <a:lnTo>
                    <a:pt x="1" y="627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 flipH="1" rot="5400000">
              <a:off x="1339300" y="4319646"/>
              <a:ext cx="345501" cy="1400147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201348" y="4418870"/>
              <a:ext cx="486510" cy="486486"/>
            </a:xfrm>
            <a:custGeom>
              <a:rect b="b" l="l" r="r" t="t"/>
              <a:pathLst>
                <a:path extrusionOk="0" fill="none" h="4813" w="4813">
                  <a:moveTo>
                    <a:pt x="0" y="0"/>
                  </a:moveTo>
                  <a:lnTo>
                    <a:pt x="4812" y="0"/>
                  </a:lnTo>
                  <a:lnTo>
                    <a:pt x="4812" y="4812"/>
                  </a:lnTo>
                  <a:lnTo>
                    <a:pt x="0" y="4812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282416" y="4499934"/>
              <a:ext cx="324374" cy="324358"/>
            </a:xfrm>
            <a:custGeom>
              <a:rect b="b" l="l" r="r" t="t"/>
              <a:pathLst>
                <a:path extrusionOk="0" h="3209" w="3209">
                  <a:moveTo>
                    <a:pt x="0" y="0"/>
                  </a:moveTo>
                  <a:lnTo>
                    <a:pt x="0" y="3208"/>
                  </a:lnTo>
                  <a:lnTo>
                    <a:pt x="3208" y="3208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53233" y="4388445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521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53233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91139" y="4370656"/>
              <a:ext cx="527145" cy="101"/>
            </a:xfrm>
            <a:custGeom>
              <a:rect b="b" l="l" r="r" t="t"/>
              <a:pathLst>
                <a:path extrusionOk="0" fill="none" h="1" w="5215">
                  <a:moveTo>
                    <a:pt x="1" y="1"/>
                  </a:moveTo>
                  <a:lnTo>
                    <a:pt x="5214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735872" y="4370656"/>
              <a:ext cx="101" cy="101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735872" y="4406134"/>
              <a:ext cx="101" cy="527018"/>
            </a:xfrm>
            <a:custGeom>
              <a:rect b="b" l="l" r="r" t="t"/>
              <a:pathLst>
                <a:path extrusionOk="0" fill="none" h="5214" w="1">
                  <a:moveTo>
                    <a:pt x="0" y="1"/>
                  </a:moveTo>
                  <a:lnTo>
                    <a:pt x="0" y="5214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79746" y="4297273"/>
              <a:ext cx="732242" cy="729678"/>
            </a:xfrm>
            <a:custGeom>
              <a:rect b="b" l="l" r="r" t="t"/>
              <a:pathLst>
                <a:path extrusionOk="0" fill="none" h="7219" w="7244">
                  <a:moveTo>
                    <a:pt x="0" y="0"/>
                  </a:moveTo>
                  <a:lnTo>
                    <a:pt x="7243" y="0"/>
                  </a:lnTo>
                  <a:lnTo>
                    <a:pt x="7243" y="7218"/>
                  </a:lnTo>
                  <a:lnTo>
                    <a:pt x="0" y="7218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331917" y="3334954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75" name="Google Shape;675;p33"/>
            <p:cNvCxnSpPr/>
            <p:nvPr/>
          </p:nvCxnSpPr>
          <p:spPr>
            <a:xfrm rot="10800000">
              <a:off x="432450" y="3536025"/>
              <a:ext cx="0" cy="764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6" name="Google Shape;676;p33"/>
            <p:cNvSpPr/>
            <p:nvPr/>
          </p:nvSpPr>
          <p:spPr>
            <a:xfrm>
              <a:off x="553421" y="3371325"/>
              <a:ext cx="163326" cy="921005"/>
            </a:xfrm>
            <a:custGeom>
              <a:rect b="b" l="l" r="r" t="t"/>
              <a:pathLst>
                <a:path extrusionOk="0" fill="none" h="5515" w="978">
                  <a:moveTo>
                    <a:pt x="0" y="5514"/>
                  </a:moveTo>
                  <a:lnTo>
                    <a:pt x="0" y="3509"/>
                  </a:lnTo>
                  <a:lnTo>
                    <a:pt x="977" y="2532"/>
                  </a:lnTo>
                  <a:lnTo>
                    <a:pt x="977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33388" y="3392200"/>
              <a:ext cx="222110" cy="900130"/>
            </a:xfrm>
            <a:custGeom>
              <a:rect b="b" l="l" r="r" t="t"/>
              <a:pathLst>
                <a:path extrusionOk="0" fill="none" h="5390" w="1330">
                  <a:moveTo>
                    <a:pt x="1329" y="5389"/>
                  </a:moveTo>
                  <a:lnTo>
                    <a:pt x="1329" y="2808"/>
                  </a:lnTo>
                  <a:lnTo>
                    <a:pt x="1" y="1504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279842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1" y="2231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647217" y="3919750"/>
              <a:ext cx="167" cy="372577"/>
            </a:xfrm>
            <a:custGeom>
              <a:rect b="b" l="l" r="r" t="t"/>
              <a:pathLst>
                <a:path extrusionOk="0" fill="none" h="2231" w="1">
                  <a:moveTo>
                    <a:pt x="0" y="2231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-64791" y="4659535"/>
              <a:ext cx="144548" cy="101"/>
            </a:xfrm>
            <a:custGeom>
              <a:rect b="b" l="l" r="r" t="t"/>
              <a:pathLst>
                <a:path extrusionOk="0" fill="none" h="1" w="1430">
                  <a:moveTo>
                    <a:pt x="143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1223" y="4537939"/>
              <a:ext cx="68534" cy="101"/>
            </a:xfrm>
            <a:custGeom>
              <a:rect b="b" l="l" r="r" t="t"/>
              <a:pathLst>
                <a:path extrusionOk="0" fill="none" h="1" w="678">
                  <a:moveTo>
                    <a:pt x="67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-26784" y="4444139"/>
              <a:ext cx="106541" cy="101"/>
            </a:xfrm>
            <a:custGeom>
              <a:rect b="b" l="l" r="r" t="t"/>
              <a:pathLst>
                <a:path extrusionOk="0" fill="none" h="1" w="1054">
                  <a:moveTo>
                    <a:pt x="1054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811974" y="4479617"/>
              <a:ext cx="83696" cy="101"/>
            </a:xfrm>
            <a:custGeom>
              <a:rect b="b" l="l" r="r" t="t"/>
              <a:pathLst>
                <a:path extrusionOk="0" fill="none" h="1" w="828">
                  <a:moveTo>
                    <a:pt x="1" y="1"/>
                  </a:moveTo>
                  <a:lnTo>
                    <a:pt x="828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811974" y="4555627"/>
              <a:ext cx="63480" cy="101"/>
            </a:xfrm>
            <a:custGeom>
              <a:rect b="b" l="l" r="r" t="t"/>
              <a:pathLst>
                <a:path extrusionOk="0" fill="none" h="1" w="628">
                  <a:moveTo>
                    <a:pt x="1" y="1"/>
                  </a:moveTo>
                  <a:lnTo>
                    <a:pt x="627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 rot="5400000">
              <a:off x="2172928" y="4531170"/>
              <a:ext cx="201068" cy="201068"/>
            </a:xfrm>
            <a:custGeom>
              <a:rect b="b" l="l" r="r" t="t"/>
              <a:pathLst>
                <a:path extrusionOk="0" fill="none" h="1204" w="1204">
                  <a:moveTo>
                    <a:pt x="602" y="0"/>
                  </a:moveTo>
                  <a:cubicBezTo>
                    <a:pt x="928" y="0"/>
                    <a:pt x="1204" y="276"/>
                    <a:pt x="1204" y="602"/>
                  </a:cubicBezTo>
                  <a:cubicBezTo>
                    <a:pt x="1204" y="928"/>
                    <a:pt x="928" y="1203"/>
                    <a:pt x="602" y="1203"/>
                  </a:cubicBezTo>
                  <a:cubicBezTo>
                    <a:pt x="276" y="1203"/>
                    <a:pt x="1" y="928"/>
                    <a:pt x="1" y="602"/>
                  </a:cubicBezTo>
                  <a:cubicBezTo>
                    <a:pt x="1" y="276"/>
                    <a:pt x="276" y="0"/>
                    <a:pt x="60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86" name="Google Shape;686;p33"/>
            <p:cNvCxnSpPr/>
            <p:nvPr/>
          </p:nvCxnSpPr>
          <p:spPr>
            <a:xfrm>
              <a:off x="809451" y="4631704"/>
              <a:ext cx="1366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87" name="Google Shape;687;p33"/>
          <p:cNvGrpSpPr/>
          <p:nvPr/>
        </p:nvGrpSpPr>
        <p:grpSpPr>
          <a:xfrm>
            <a:off x="5266248" y="4568869"/>
            <a:ext cx="3157758" cy="296582"/>
            <a:chOff x="5266248" y="4230494"/>
            <a:chExt cx="3157758" cy="296582"/>
          </a:xfrm>
        </p:grpSpPr>
        <p:sp>
          <p:nvSpPr>
            <p:cNvPr id="688" name="Google Shape;688;p33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33"/>
          <p:cNvGrpSpPr/>
          <p:nvPr/>
        </p:nvGrpSpPr>
        <p:grpSpPr>
          <a:xfrm>
            <a:off x="7723214" y="1254245"/>
            <a:ext cx="1068186" cy="967252"/>
            <a:chOff x="7723214" y="1254245"/>
            <a:chExt cx="1068186" cy="967252"/>
          </a:xfrm>
        </p:grpSpPr>
        <p:grpSp>
          <p:nvGrpSpPr>
            <p:cNvPr id="706" name="Google Shape;706;p33"/>
            <p:cNvGrpSpPr/>
            <p:nvPr/>
          </p:nvGrpSpPr>
          <p:grpSpPr>
            <a:xfrm>
              <a:off x="7883587" y="1867634"/>
              <a:ext cx="352280" cy="353863"/>
              <a:chOff x="1448125" y="1450525"/>
              <a:chExt cx="133500" cy="134100"/>
            </a:xfrm>
          </p:grpSpPr>
          <p:sp>
            <p:nvSpPr>
              <p:cNvPr id="707" name="Google Shape;707;p33"/>
              <p:cNvSpPr/>
              <p:nvPr/>
            </p:nvSpPr>
            <p:spPr>
              <a:xfrm>
                <a:off x="1448125" y="1450525"/>
                <a:ext cx="133500" cy="134100"/>
              </a:xfrm>
              <a:custGeom>
                <a:rect b="b" l="l" r="r" t="t"/>
                <a:pathLst>
                  <a:path extrusionOk="0" h="5364" w="5340">
                    <a:moveTo>
                      <a:pt x="2457" y="1"/>
                    </a:moveTo>
                    <a:lnTo>
                      <a:pt x="2256" y="452"/>
                    </a:lnTo>
                    <a:cubicBezTo>
                      <a:pt x="2056" y="502"/>
                      <a:pt x="1855" y="577"/>
                      <a:pt x="1680" y="652"/>
                    </a:cubicBezTo>
                    <a:lnTo>
                      <a:pt x="1229" y="427"/>
                    </a:lnTo>
                    <a:cubicBezTo>
                      <a:pt x="1003" y="552"/>
                      <a:pt x="803" y="727"/>
                      <a:pt x="627" y="928"/>
                    </a:cubicBezTo>
                    <a:lnTo>
                      <a:pt x="828" y="1404"/>
                    </a:lnTo>
                    <a:cubicBezTo>
                      <a:pt x="703" y="1579"/>
                      <a:pt x="602" y="1755"/>
                      <a:pt x="527" y="1955"/>
                    </a:cubicBezTo>
                    <a:lnTo>
                      <a:pt x="51" y="2081"/>
                    </a:lnTo>
                    <a:cubicBezTo>
                      <a:pt x="26" y="2281"/>
                      <a:pt x="1" y="2482"/>
                      <a:pt x="1" y="2682"/>
                    </a:cubicBezTo>
                    <a:cubicBezTo>
                      <a:pt x="1" y="2757"/>
                      <a:pt x="1" y="2808"/>
                      <a:pt x="1" y="2883"/>
                    </a:cubicBezTo>
                    <a:lnTo>
                      <a:pt x="452" y="3083"/>
                    </a:lnTo>
                    <a:cubicBezTo>
                      <a:pt x="502" y="3284"/>
                      <a:pt x="552" y="3484"/>
                      <a:pt x="652" y="3685"/>
                    </a:cubicBezTo>
                    <a:lnTo>
                      <a:pt x="402" y="4111"/>
                    </a:lnTo>
                    <a:cubicBezTo>
                      <a:pt x="552" y="4336"/>
                      <a:pt x="728" y="4537"/>
                      <a:pt x="928" y="4712"/>
                    </a:cubicBezTo>
                    <a:lnTo>
                      <a:pt x="1379" y="4537"/>
                    </a:lnTo>
                    <a:cubicBezTo>
                      <a:pt x="1555" y="4637"/>
                      <a:pt x="1755" y="4737"/>
                      <a:pt x="1956" y="4813"/>
                    </a:cubicBezTo>
                    <a:lnTo>
                      <a:pt x="2081" y="5289"/>
                    </a:lnTo>
                    <a:cubicBezTo>
                      <a:pt x="2282" y="5339"/>
                      <a:pt x="2457" y="5364"/>
                      <a:pt x="2657" y="5364"/>
                    </a:cubicBezTo>
                    <a:cubicBezTo>
                      <a:pt x="2733" y="5364"/>
                      <a:pt x="2808" y="5364"/>
                      <a:pt x="2883" y="5339"/>
                    </a:cubicBezTo>
                    <a:lnTo>
                      <a:pt x="3084" y="4888"/>
                    </a:lnTo>
                    <a:cubicBezTo>
                      <a:pt x="3284" y="4863"/>
                      <a:pt x="3485" y="4787"/>
                      <a:pt x="3660" y="4687"/>
                    </a:cubicBezTo>
                    <a:lnTo>
                      <a:pt x="4111" y="4938"/>
                    </a:lnTo>
                    <a:cubicBezTo>
                      <a:pt x="4337" y="4787"/>
                      <a:pt x="4537" y="4612"/>
                      <a:pt x="4713" y="4412"/>
                    </a:cubicBezTo>
                    <a:lnTo>
                      <a:pt x="4512" y="3960"/>
                    </a:lnTo>
                    <a:cubicBezTo>
                      <a:pt x="4637" y="3785"/>
                      <a:pt x="4738" y="3610"/>
                      <a:pt x="4813" y="3409"/>
                    </a:cubicBezTo>
                    <a:lnTo>
                      <a:pt x="5289" y="3259"/>
                    </a:lnTo>
                    <a:cubicBezTo>
                      <a:pt x="5314" y="3083"/>
                      <a:pt x="5339" y="2883"/>
                      <a:pt x="5339" y="2682"/>
                    </a:cubicBezTo>
                    <a:cubicBezTo>
                      <a:pt x="5339" y="2607"/>
                      <a:pt x="5339" y="2532"/>
                      <a:pt x="5339" y="2482"/>
                    </a:cubicBezTo>
                    <a:lnTo>
                      <a:pt x="4888" y="2281"/>
                    </a:lnTo>
                    <a:cubicBezTo>
                      <a:pt x="4838" y="2056"/>
                      <a:pt x="4788" y="1855"/>
                      <a:pt x="4688" y="1680"/>
                    </a:cubicBezTo>
                    <a:lnTo>
                      <a:pt x="4938" y="1254"/>
                    </a:lnTo>
                    <a:cubicBezTo>
                      <a:pt x="4788" y="1028"/>
                      <a:pt x="4612" y="828"/>
                      <a:pt x="4412" y="652"/>
                    </a:cubicBezTo>
                    <a:lnTo>
                      <a:pt x="3961" y="828"/>
                    </a:lnTo>
                    <a:cubicBezTo>
                      <a:pt x="3785" y="702"/>
                      <a:pt x="3585" y="602"/>
                      <a:pt x="3384" y="552"/>
                    </a:cubicBezTo>
                    <a:lnTo>
                      <a:pt x="3259" y="76"/>
                    </a:lnTo>
                    <a:cubicBezTo>
                      <a:pt x="3058" y="26"/>
                      <a:pt x="2883" y="1"/>
                      <a:pt x="26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1476325" y="1479350"/>
                <a:ext cx="77100" cy="76475"/>
              </a:xfrm>
              <a:custGeom>
                <a:rect b="b" l="l" r="r" t="t"/>
                <a:pathLst>
                  <a:path extrusionOk="0" h="3059" w="3084">
                    <a:moveTo>
                      <a:pt x="1529" y="0"/>
                    </a:moveTo>
                    <a:cubicBezTo>
                      <a:pt x="702" y="0"/>
                      <a:pt x="1" y="677"/>
                      <a:pt x="1" y="1529"/>
                    </a:cubicBezTo>
                    <a:cubicBezTo>
                      <a:pt x="1" y="2381"/>
                      <a:pt x="702" y="3058"/>
                      <a:pt x="1529" y="3058"/>
                    </a:cubicBezTo>
                    <a:cubicBezTo>
                      <a:pt x="2382" y="3058"/>
                      <a:pt x="3083" y="2381"/>
                      <a:pt x="3083" y="1529"/>
                    </a:cubicBezTo>
                    <a:cubicBezTo>
                      <a:pt x="3083" y="677"/>
                      <a:pt x="2382" y="0"/>
                      <a:pt x="15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9" name="Google Shape;709;p33"/>
            <p:cNvGrpSpPr/>
            <p:nvPr/>
          </p:nvGrpSpPr>
          <p:grpSpPr>
            <a:xfrm>
              <a:off x="8239099" y="1536926"/>
              <a:ext cx="552301" cy="552301"/>
              <a:chOff x="1582850" y="1325200"/>
              <a:chExt cx="209300" cy="209300"/>
            </a:xfrm>
          </p:grpSpPr>
          <p:sp>
            <p:nvSpPr>
              <p:cNvPr id="710" name="Google Shape;710;p33"/>
              <p:cNvSpPr/>
              <p:nvPr/>
            </p:nvSpPr>
            <p:spPr>
              <a:xfrm>
                <a:off x="1582850" y="1325200"/>
                <a:ext cx="209300" cy="209300"/>
              </a:xfrm>
              <a:custGeom>
                <a:rect b="b" l="l" r="r" t="t"/>
                <a:pathLst>
                  <a:path extrusionOk="0" h="8372" w="8372">
                    <a:moveTo>
                      <a:pt x="4111" y="1"/>
                    </a:moveTo>
                    <a:cubicBezTo>
                      <a:pt x="3810" y="1"/>
                      <a:pt x="3509" y="26"/>
                      <a:pt x="3208" y="101"/>
                    </a:cubicBezTo>
                    <a:cubicBezTo>
                      <a:pt x="3083" y="126"/>
                      <a:pt x="2983" y="176"/>
                      <a:pt x="2883" y="201"/>
                    </a:cubicBezTo>
                    <a:lnTo>
                      <a:pt x="2757" y="953"/>
                    </a:lnTo>
                    <a:cubicBezTo>
                      <a:pt x="2456" y="1104"/>
                      <a:pt x="2181" y="1279"/>
                      <a:pt x="1930" y="1480"/>
                    </a:cubicBezTo>
                    <a:lnTo>
                      <a:pt x="1178" y="1279"/>
                    </a:lnTo>
                    <a:cubicBezTo>
                      <a:pt x="878" y="1580"/>
                      <a:pt x="652" y="1931"/>
                      <a:pt x="451" y="2282"/>
                    </a:cubicBezTo>
                    <a:lnTo>
                      <a:pt x="903" y="2933"/>
                    </a:lnTo>
                    <a:cubicBezTo>
                      <a:pt x="777" y="3234"/>
                      <a:pt x="702" y="3560"/>
                      <a:pt x="677" y="3886"/>
                    </a:cubicBezTo>
                    <a:lnTo>
                      <a:pt x="0" y="4262"/>
                    </a:lnTo>
                    <a:cubicBezTo>
                      <a:pt x="0" y="4562"/>
                      <a:pt x="50" y="4863"/>
                      <a:pt x="126" y="5189"/>
                    </a:cubicBezTo>
                    <a:cubicBezTo>
                      <a:pt x="151" y="5289"/>
                      <a:pt x="176" y="5389"/>
                      <a:pt x="201" y="5490"/>
                    </a:cubicBezTo>
                    <a:lnTo>
                      <a:pt x="978" y="5615"/>
                    </a:lnTo>
                    <a:cubicBezTo>
                      <a:pt x="1103" y="5941"/>
                      <a:pt x="1279" y="6217"/>
                      <a:pt x="1504" y="6442"/>
                    </a:cubicBezTo>
                    <a:lnTo>
                      <a:pt x="1279" y="7194"/>
                    </a:lnTo>
                    <a:cubicBezTo>
                      <a:pt x="1579" y="7495"/>
                      <a:pt x="1930" y="7745"/>
                      <a:pt x="2306" y="7921"/>
                    </a:cubicBezTo>
                    <a:lnTo>
                      <a:pt x="2933" y="7470"/>
                    </a:lnTo>
                    <a:cubicBezTo>
                      <a:pt x="3233" y="7595"/>
                      <a:pt x="3559" y="7670"/>
                      <a:pt x="3885" y="7695"/>
                    </a:cubicBezTo>
                    <a:lnTo>
                      <a:pt x="4261" y="8372"/>
                    </a:lnTo>
                    <a:cubicBezTo>
                      <a:pt x="4562" y="8372"/>
                      <a:pt x="4888" y="8322"/>
                      <a:pt x="5188" y="8247"/>
                    </a:cubicBezTo>
                    <a:cubicBezTo>
                      <a:pt x="5289" y="8222"/>
                      <a:pt x="5389" y="8196"/>
                      <a:pt x="5489" y="8171"/>
                    </a:cubicBezTo>
                    <a:lnTo>
                      <a:pt x="5639" y="7394"/>
                    </a:lnTo>
                    <a:cubicBezTo>
                      <a:pt x="5940" y="7269"/>
                      <a:pt x="6216" y="7094"/>
                      <a:pt x="6467" y="6893"/>
                    </a:cubicBezTo>
                    <a:lnTo>
                      <a:pt x="7218" y="7094"/>
                    </a:lnTo>
                    <a:cubicBezTo>
                      <a:pt x="7494" y="6793"/>
                      <a:pt x="7745" y="6442"/>
                      <a:pt x="7920" y="6066"/>
                    </a:cubicBezTo>
                    <a:lnTo>
                      <a:pt x="7494" y="5440"/>
                    </a:lnTo>
                    <a:cubicBezTo>
                      <a:pt x="7594" y="5139"/>
                      <a:pt x="7670" y="4813"/>
                      <a:pt x="7695" y="4487"/>
                    </a:cubicBezTo>
                    <a:lnTo>
                      <a:pt x="8371" y="4111"/>
                    </a:lnTo>
                    <a:cubicBezTo>
                      <a:pt x="8371" y="3810"/>
                      <a:pt x="8346" y="3485"/>
                      <a:pt x="8271" y="3184"/>
                    </a:cubicBezTo>
                    <a:cubicBezTo>
                      <a:pt x="8246" y="3084"/>
                      <a:pt x="8196" y="2983"/>
                      <a:pt x="8171" y="2883"/>
                    </a:cubicBezTo>
                    <a:lnTo>
                      <a:pt x="7419" y="2758"/>
                    </a:lnTo>
                    <a:cubicBezTo>
                      <a:pt x="7269" y="2432"/>
                      <a:pt x="7093" y="2156"/>
                      <a:pt x="6893" y="1906"/>
                    </a:cubicBezTo>
                    <a:lnTo>
                      <a:pt x="7093" y="1179"/>
                    </a:lnTo>
                    <a:cubicBezTo>
                      <a:pt x="6792" y="878"/>
                      <a:pt x="6467" y="628"/>
                      <a:pt x="6091" y="452"/>
                    </a:cubicBezTo>
                    <a:lnTo>
                      <a:pt x="5439" y="903"/>
                    </a:lnTo>
                    <a:cubicBezTo>
                      <a:pt x="5138" y="778"/>
                      <a:pt x="4812" y="703"/>
                      <a:pt x="4487" y="678"/>
                    </a:cubicBezTo>
                    <a:lnTo>
                      <a:pt x="4111" y="1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>
                <a:off x="1621075" y="1369750"/>
                <a:ext cx="132850" cy="120200"/>
              </a:xfrm>
              <a:custGeom>
                <a:rect b="b" l="l" r="r" t="t"/>
                <a:pathLst>
                  <a:path extrusionOk="0" h="4808" w="5314">
                    <a:moveTo>
                      <a:pt x="2667" y="1"/>
                    </a:moveTo>
                    <a:cubicBezTo>
                      <a:pt x="2474" y="1"/>
                      <a:pt x="2277" y="24"/>
                      <a:pt x="2080" y="74"/>
                    </a:cubicBezTo>
                    <a:cubicBezTo>
                      <a:pt x="802" y="374"/>
                      <a:pt x="0" y="1678"/>
                      <a:pt x="326" y="2981"/>
                    </a:cubicBezTo>
                    <a:cubicBezTo>
                      <a:pt x="603" y="4066"/>
                      <a:pt x="1584" y="4808"/>
                      <a:pt x="2656" y="4808"/>
                    </a:cubicBezTo>
                    <a:cubicBezTo>
                      <a:pt x="2847" y="4808"/>
                      <a:pt x="3040" y="4784"/>
                      <a:pt x="3233" y="4735"/>
                    </a:cubicBezTo>
                    <a:cubicBezTo>
                      <a:pt x="4511" y="4435"/>
                      <a:pt x="5313" y="3131"/>
                      <a:pt x="4988" y="1828"/>
                    </a:cubicBezTo>
                    <a:cubicBezTo>
                      <a:pt x="4732" y="743"/>
                      <a:pt x="3754" y="1"/>
                      <a:pt x="2667" y="1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1643000" y="1389100"/>
                <a:ext cx="89625" cy="81300"/>
              </a:xfrm>
              <a:custGeom>
                <a:rect b="b" l="l" r="r" t="t"/>
                <a:pathLst>
                  <a:path extrusionOk="0" h="3252" w="3585">
                    <a:moveTo>
                      <a:pt x="1801" y="1"/>
                    </a:moveTo>
                    <a:cubicBezTo>
                      <a:pt x="1670" y="1"/>
                      <a:pt x="1537" y="17"/>
                      <a:pt x="1404" y="51"/>
                    </a:cubicBezTo>
                    <a:cubicBezTo>
                      <a:pt x="527" y="252"/>
                      <a:pt x="0" y="1154"/>
                      <a:pt x="201" y="2006"/>
                    </a:cubicBezTo>
                    <a:cubicBezTo>
                      <a:pt x="394" y="2758"/>
                      <a:pt x="1066" y="3252"/>
                      <a:pt x="1806" y="3252"/>
                    </a:cubicBezTo>
                    <a:cubicBezTo>
                      <a:pt x="1930" y="3252"/>
                      <a:pt x="2055" y="3238"/>
                      <a:pt x="2181" y="3209"/>
                    </a:cubicBezTo>
                    <a:cubicBezTo>
                      <a:pt x="3033" y="2984"/>
                      <a:pt x="3584" y="2107"/>
                      <a:pt x="3359" y="1254"/>
                    </a:cubicBezTo>
                    <a:cubicBezTo>
                      <a:pt x="3189" y="510"/>
                      <a:pt x="2532" y="1"/>
                      <a:pt x="18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1664925" y="1409050"/>
                <a:ext cx="45775" cy="41425"/>
              </a:xfrm>
              <a:custGeom>
                <a:rect b="b" l="l" r="r" t="t"/>
                <a:pathLst>
                  <a:path extrusionOk="0" h="1657" w="1831">
                    <a:moveTo>
                      <a:pt x="922" y="0"/>
                    </a:moveTo>
                    <a:cubicBezTo>
                      <a:pt x="850" y="0"/>
                      <a:pt x="776" y="10"/>
                      <a:pt x="702" y="30"/>
                    </a:cubicBezTo>
                    <a:cubicBezTo>
                      <a:pt x="276" y="131"/>
                      <a:pt x="1" y="582"/>
                      <a:pt x="101" y="1033"/>
                    </a:cubicBezTo>
                    <a:cubicBezTo>
                      <a:pt x="186" y="1418"/>
                      <a:pt x="527" y="1656"/>
                      <a:pt x="905" y="1656"/>
                    </a:cubicBezTo>
                    <a:cubicBezTo>
                      <a:pt x="970" y="1656"/>
                      <a:pt x="1037" y="1649"/>
                      <a:pt x="1103" y="1634"/>
                    </a:cubicBezTo>
                    <a:cubicBezTo>
                      <a:pt x="1554" y="1534"/>
                      <a:pt x="1830" y="1083"/>
                      <a:pt x="1705" y="632"/>
                    </a:cubicBezTo>
                    <a:cubicBezTo>
                      <a:pt x="1621" y="255"/>
                      <a:pt x="1292" y="0"/>
                      <a:pt x="9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4" name="Google Shape;714;p33"/>
            <p:cNvGrpSpPr/>
            <p:nvPr/>
          </p:nvGrpSpPr>
          <p:grpSpPr>
            <a:xfrm>
              <a:off x="7723214" y="1254245"/>
              <a:ext cx="552301" cy="552301"/>
              <a:chOff x="1387350" y="1218075"/>
              <a:chExt cx="209300" cy="209300"/>
            </a:xfrm>
          </p:grpSpPr>
          <p:sp>
            <p:nvSpPr>
              <p:cNvPr id="715" name="Google Shape;715;p33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rect b="b" l="l" r="r" t="t"/>
                <a:pathLst>
                  <a:path extrusionOk="0" h="8372" w="8372">
                    <a:moveTo>
                      <a:pt x="3860" y="0"/>
                    </a:moveTo>
                    <a:lnTo>
                      <a:pt x="3560" y="727"/>
                    </a:lnTo>
                    <a:cubicBezTo>
                      <a:pt x="3234" y="777"/>
                      <a:pt x="2908" y="877"/>
                      <a:pt x="2632" y="1028"/>
                    </a:cubicBezTo>
                    <a:lnTo>
                      <a:pt x="1956" y="652"/>
                    </a:lnTo>
                    <a:cubicBezTo>
                      <a:pt x="1605" y="877"/>
                      <a:pt x="1279" y="1153"/>
                      <a:pt x="1003" y="1454"/>
                    </a:cubicBezTo>
                    <a:lnTo>
                      <a:pt x="1279" y="2181"/>
                    </a:lnTo>
                    <a:cubicBezTo>
                      <a:pt x="1103" y="2456"/>
                      <a:pt x="953" y="2757"/>
                      <a:pt x="853" y="3058"/>
                    </a:cubicBezTo>
                    <a:lnTo>
                      <a:pt x="101" y="3258"/>
                    </a:lnTo>
                    <a:cubicBezTo>
                      <a:pt x="26" y="3559"/>
                      <a:pt x="1" y="3860"/>
                      <a:pt x="1" y="4186"/>
                    </a:cubicBezTo>
                    <a:cubicBezTo>
                      <a:pt x="1" y="4286"/>
                      <a:pt x="1" y="4411"/>
                      <a:pt x="26" y="4512"/>
                    </a:cubicBezTo>
                    <a:lnTo>
                      <a:pt x="728" y="4812"/>
                    </a:lnTo>
                    <a:cubicBezTo>
                      <a:pt x="778" y="5163"/>
                      <a:pt x="878" y="5464"/>
                      <a:pt x="1028" y="5765"/>
                    </a:cubicBezTo>
                    <a:lnTo>
                      <a:pt x="652" y="6441"/>
                    </a:lnTo>
                    <a:cubicBezTo>
                      <a:pt x="878" y="6792"/>
                      <a:pt x="1154" y="7093"/>
                      <a:pt x="1454" y="7369"/>
                    </a:cubicBezTo>
                    <a:lnTo>
                      <a:pt x="2181" y="7093"/>
                    </a:lnTo>
                    <a:cubicBezTo>
                      <a:pt x="2457" y="7268"/>
                      <a:pt x="2758" y="7419"/>
                      <a:pt x="3058" y="7519"/>
                    </a:cubicBezTo>
                    <a:lnTo>
                      <a:pt x="3284" y="8271"/>
                    </a:lnTo>
                    <a:cubicBezTo>
                      <a:pt x="3560" y="8346"/>
                      <a:pt x="3885" y="8371"/>
                      <a:pt x="4186" y="8371"/>
                    </a:cubicBezTo>
                    <a:lnTo>
                      <a:pt x="4512" y="8371"/>
                    </a:lnTo>
                    <a:lnTo>
                      <a:pt x="4838" y="7644"/>
                    </a:lnTo>
                    <a:cubicBezTo>
                      <a:pt x="5164" y="7594"/>
                      <a:pt x="5464" y="7494"/>
                      <a:pt x="5765" y="7344"/>
                    </a:cubicBezTo>
                    <a:lnTo>
                      <a:pt x="6442" y="7720"/>
                    </a:lnTo>
                    <a:cubicBezTo>
                      <a:pt x="6793" y="7519"/>
                      <a:pt x="7093" y="7243"/>
                      <a:pt x="7369" y="6918"/>
                    </a:cubicBezTo>
                    <a:lnTo>
                      <a:pt x="7093" y="6191"/>
                    </a:lnTo>
                    <a:cubicBezTo>
                      <a:pt x="7269" y="5915"/>
                      <a:pt x="7419" y="5639"/>
                      <a:pt x="7545" y="5314"/>
                    </a:cubicBezTo>
                    <a:lnTo>
                      <a:pt x="8271" y="5113"/>
                    </a:lnTo>
                    <a:cubicBezTo>
                      <a:pt x="8347" y="4812"/>
                      <a:pt x="8372" y="4512"/>
                      <a:pt x="8372" y="4186"/>
                    </a:cubicBezTo>
                    <a:cubicBezTo>
                      <a:pt x="8372" y="4085"/>
                      <a:pt x="8372" y="3985"/>
                      <a:pt x="8372" y="3860"/>
                    </a:cubicBezTo>
                    <a:lnTo>
                      <a:pt x="7670" y="3559"/>
                    </a:lnTo>
                    <a:cubicBezTo>
                      <a:pt x="7595" y="3233"/>
                      <a:pt x="7494" y="2907"/>
                      <a:pt x="7344" y="2632"/>
                    </a:cubicBezTo>
                    <a:lnTo>
                      <a:pt x="7745" y="1955"/>
                    </a:lnTo>
                    <a:cubicBezTo>
                      <a:pt x="7520" y="1604"/>
                      <a:pt x="7244" y="1278"/>
                      <a:pt x="6918" y="1003"/>
                    </a:cubicBezTo>
                    <a:lnTo>
                      <a:pt x="6191" y="1278"/>
                    </a:lnTo>
                    <a:cubicBezTo>
                      <a:pt x="5941" y="1103"/>
                      <a:pt x="5640" y="953"/>
                      <a:pt x="5314" y="852"/>
                    </a:cubicBezTo>
                    <a:lnTo>
                      <a:pt x="5114" y="100"/>
                    </a:lnTo>
                    <a:cubicBezTo>
                      <a:pt x="4813" y="25"/>
                      <a:pt x="4512" y="0"/>
                      <a:pt x="418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33"/>
              <p:cNvSpPr/>
              <p:nvPr/>
            </p:nvSpPr>
            <p:spPr>
              <a:xfrm>
                <a:off x="1387350" y="1218075"/>
                <a:ext cx="209300" cy="209300"/>
              </a:xfrm>
              <a:custGeom>
                <a:rect b="b" l="l" r="r" t="t"/>
                <a:pathLst>
                  <a:path extrusionOk="0" fill="none" h="8372" w="8372">
                    <a:moveTo>
                      <a:pt x="8372" y="4186"/>
                    </a:moveTo>
                    <a:cubicBezTo>
                      <a:pt x="8372" y="4512"/>
                      <a:pt x="8347" y="4812"/>
                      <a:pt x="8271" y="5113"/>
                    </a:cubicBezTo>
                    <a:lnTo>
                      <a:pt x="7545" y="5314"/>
                    </a:lnTo>
                    <a:cubicBezTo>
                      <a:pt x="7419" y="5639"/>
                      <a:pt x="7269" y="5915"/>
                      <a:pt x="7093" y="6191"/>
                    </a:cubicBezTo>
                    <a:lnTo>
                      <a:pt x="7369" y="6918"/>
                    </a:lnTo>
                    <a:cubicBezTo>
                      <a:pt x="7093" y="7243"/>
                      <a:pt x="6793" y="7519"/>
                      <a:pt x="6442" y="7720"/>
                    </a:cubicBezTo>
                    <a:lnTo>
                      <a:pt x="5765" y="7344"/>
                    </a:lnTo>
                    <a:cubicBezTo>
                      <a:pt x="5464" y="7494"/>
                      <a:pt x="5164" y="7594"/>
                      <a:pt x="4838" y="7644"/>
                    </a:cubicBezTo>
                    <a:lnTo>
                      <a:pt x="4512" y="8371"/>
                    </a:lnTo>
                    <a:cubicBezTo>
                      <a:pt x="4412" y="8371"/>
                      <a:pt x="4312" y="8371"/>
                      <a:pt x="4186" y="8371"/>
                    </a:cubicBezTo>
                    <a:cubicBezTo>
                      <a:pt x="3885" y="8371"/>
                      <a:pt x="3560" y="8346"/>
                      <a:pt x="3284" y="8271"/>
                    </a:cubicBezTo>
                    <a:lnTo>
                      <a:pt x="3058" y="7519"/>
                    </a:lnTo>
                    <a:cubicBezTo>
                      <a:pt x="2758" y="7419"/>
                      <a:pt x="2457" y="7268"/>
                      <a:pt x="2181" y="7093"/>
                    </a:cubicBezTo>
                    <a:lnTo>
                      <a:pt x="1454" y="7369"/>
                    </a:lnTo>
                    <a:cubicBezTo>
                      <a:pt x="1154" y="7093"/>
                      <a:pt x="878" y="6792"/>
                      <a:pt x="652" y="6441"/>
                    </a:cubicBezTo>
                    <a:lnTo>
                      <a:pt x="1028" y="5765"/>
                    </a:lnTo>
                    <a:cubicBezTo>
                      <a:pt x="878" y="5464"/>
                      <a:pt x="778" y="5163"/>
                      <a:pt x="728" y="4812"/>
                    </a:cubicBezTo>
                    <a:lnTo>
                      <a:pt x="26" y="4512"/>
                    </a:lnTo>
                    <a:cubicBezTo>
                      <a:pt x="1" y="4411"/>
                      <a:pt x="1" y="4286"/>
                      <a:pt x="1" y="4186"/>
                    </a:cubicBezTo>
                    <a:cubicBezTo>
                      <a:pt x="1" y="3860"/>
                      <a:pt x="26" y="3559"/>
                      <a:pt x="101" y="3258"/>
                    </a:cubicBezTo>
                    <a:lnTo>
                      <a:pt x="853" y="3058"/>
                    </a:lnTo>
                    <a:cubicBezTo>
                      <a:pt x="953" y="2757"/>
                      <a:pt x="1103" y="2456"/>
                      <a:pt x="1279" y="2181"/>
                    </a:cubicBezTo>
                    <a:lnTo>
                      <a:pt x="1003" y="1454"/>
                    </a:lnTo>
                    <a:cubicBezTo>
                      <a:pt x="1279" y="1153"/>
                      <a:pt x="1605" y="877"/>
                      <a:pt x="1956" y="652"/>
                    </a:cubicBezTo>
                    <a:lnTo>
                      <a:pt x="2632" y="1028"/>
                    </a:lnTo>
                    <a:cubicBezTo>
                      <a:pt x="2908" y="877"/>
                      <a:pt x="3234" y="777"/>
                      <a:pt x="3560" y="727"/>
                    </a:cubicBezTo>
                    <a:lnTo>
                      <a:pt x="3860" y="0"/>
                    </a:lnTo>
                    <a:cubicBezTo>
                      <a:pt x="3986" y="0"/>
                      <a:pt x="4086" y="0"/>
                      <a:pt x="4186" y="0"/>
                    </a:cubicBezTo>
                    <a:cubicBezTo>
                      <a:pt x="4512" y="0"/>
                      <a:pt x="4813" y="25"/>
                      <a:pt x="5114" y="100"/>
                    </a:cubicBezTo>
                    <a:lnTo>
                      <a:pt x="5314" y="852"/>
                    </a:lnTo>
                    <a:cubicBezTo>
                      <a:pt x="5640" y="953"/>
                      <a:pt x="5941" y="1103"/>
                      <a:pt x="6191" y="1278"/>
                    </a:cubicBezTo>
                    <a:lnTo>
                      <a:pt x="6918" y="1003"/>
                    </a:lnTo>
                    <a:cubicBezTo>
                      <a:pt x="7244" y="1278"/>
                      <a:pt x="7520" y="1604"/>
                      <a:pt x="7745" y="1955"/>
                    </a:cubicBezTo>
                    <a:lnTo>
                      <a:pt x="7344" y="2632"/>
                    </a:lnTo>
                    <a:cubicBezTo>
                      <a:pt x="7494" y="2907"/>
                      <a:pt x="7595" y="3233"/>
                      <a:pt x="7670" y="3559"/>
                    </a:cubicBezTo>
                    <a:lnTo>
                      <a:pt x="8372" y="3860"/>
                    </a:lnTo>
                    <a:cubicBezTo>
                      <a:pt x="8372" y="3985"/>
                      <a:pt x="8372" y="4085"/>
                      <a:pt x="8372" y="418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33"/>
              <p:cNvSpPr/>
              <p:nvPr/>
            </p:nvSpPr>
            <p:spPr>
              <a:xfrm>
                <a:off x="1431850" y="1262550"/>
                <a:ext cx="120325" cy="120325"/>
              </a:xfrm>
              <a:custGeom>
                <a:rect b="b" l="l" r="r" t="t"/>
                <a:pathLst>
                  <a:path extrusionOk="0" h="4813" w="4813">
                    <a:moveTo>
                      <a:pt x="2406" y="1"/>
                    </a:moveTo>
                    <a:cubicBezTo>
                      <a:pt x="1078" y="1"/>
                      <a:pt x="0" y="1078"/>
                      <a:pt x="0" y="2407"/>
                    </a:cubicBezTo>
                    <a:cubicBezTo>
                      <a:pt x="0" y="3735"/>
                      <a:pt x="1078" y="4813"/>
                      <a:pt x="2406" y="4813"/>
                    </a:cubicBezTo>
                    <a:cubicBezTo>
                      <a:pt x="3735" y="4813"/>
                      <a:pt x="4812" y="3735"/>
                      <a:pt x="4812" y="2407"/>
                    </a:cubicBezTo>
                    <a:cubicBezTo>
                      <a:pt x="4812" y="1078"/>
                      <a:pt x="3735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3"/>
              <p:cNvSpPr/>
              <p:nvPr/>
            </p:nvSpPr>
            <p:spPr>
              <a:xfrm>
                <a:off x="1451275" y="1281975"/>
                <a:ext cx="81475" cy="81475"/>
              </a:xfrm>
              <a:custGeom>
                <a:rect b="b" l="l" r="r" t="t"/>
                <a:pathLst>
                  <a:path extrusionOk="0" fill="none" h="3259" w="3259">
                    <a:moveTo>
                      <a:pt x="3258" y="1630"/>
                    </a:moveTo>
                    <a:cubicBezTo>
                      <a:pt x="3258" y="2532"/>
                      <a:pt x="2531" y="3259"/>
                      <a:pt x="1629" y="3259"/>
                    </a:cubicBezTo>
                    <a:cubicBezTo>
                      <a:pt x="727" y="3259"/>
                      <a:pt x="0" y="2532"/>
                      <a:pt x="0" y="1630"/>
                    </a:cubicBezTo>
                    <a:cubicBezTo>
                      <a:pt x="0" y="727"/>
                      <a:pt x="727" y="1"/>
                      <a:pt x="1629" y="1"/>
                    </a:cubicBezTo>
                    <a:cubicBezTo>
                      <a:pt x="2531" y="1"/>
                      <a:pt x="3258" y="727"/>
                      <a:pt x="3258" y="163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miter lim="250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19" name="Google Shape;719;p33"/>
          <p:cNvSpPr txBox="1"/>
          <p:nvPr>
            <p:ph type="title"/>
          </p:nvPr>
        </p:nvSpPr>
        <p:spPr>
          <a:xfrm>
            <a:off x="2549400" y="2221500"/>
            <a:ext cx="4045200" cy="7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0" name="Google Shape;720;p33"/>
          <p:cNvSpPr txBox="1"/>
          <p:nvPr>
            <p:ph idx="1" type="subTitle"/>
          </p:nvPr>
        </p:nvSpPr>
        <p:spPr>
          <a:xfrm>
            <a:off x="2549400" y="3230175"/>
            <a:ext cx="4045200" cy="7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1" name="Google Shape;721;p33"/>
          <p:cNvSpPr txBox="1"/>
          <p:nvPr>
            <p:ph hasCustomPrompt="1" idx="2" type="title"/>
          </p:nvPr>
        </p:nvSpPr>
        <p:spPr>
          <a:xfrm>
            <a:off x="3647325" y="1212825"/>
            <a:ext cx="1926600" cy="75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" name="Google Shape;723;p34"/>
          <p:cNvGrpSpPr/>
          <p:nvPr/>
        </p:nvGrpSpPr>
        <p:grpSpPr>
          <a:xfrm flipH="1">
            <a:off x="1510279" y="-831315"/>
            <a:ext cx="8377976" cy="1614718"/>
            <a:chOff x="-566246" y="-831315"/>
            <a:chExt cx="8377976" cy="1614718"/>
          </a:xfrm>
        </p:grpSpPr>
        <p:sp>
          <p:nvSpPr>
            <p:cNvPr id="724" name="Google Shape;724;p34"/>
            <p:cNvSpPr/>
            <p:nvPr/>
          </p:nvSpPr>
          <p:spPr>
            <a:xfrm rot="10800000">
              <a:off x="-178627" y="-831315"/>
              <a:ext cx="5711267" cy="1569921"/>
            </a:xfrm>
            <a:custGeom>
              <a:rect b="b" l="l" r="r" t="t"/>
              <a:pathLst>
                <a:path extrusionOk="0" h="51587" w="187670">
                  <a:moveTo>
                    <a:pt x="187453" y="1"/>
                  </a:moveTo>
                  <a:cubicBezTo>
                    <a:pt x="187407" y="1"/>
                    <a:pt x="187362" y="24"/>
                    <a:pt x="187327" y="69"/>
                  </a:cubicBezTo>
                  <a:lnTo>
                    <a:pt x="143594" y="43780"/>
                  </a:lnTo>
                  <a:lnTo>
                    <a:pt x="103992" y="43780"/>
                  </a:lnTo>
                  <a:lnTo>
                    <a:pt x="87444" y="27232"/>
                  </a:lnTo>
                  <a:lnTo>
                    <a:pt x="46838" y="27232"/>
                  </a:lnTo>
                  <a:lnTo>
                    <a:pt x="22871" y="51198"/>
                  </a:lnTo>
                  <a:lnTo>
                    <a:pt x="183" y="51198"/>
                  </a:lnTo>
                  <a:cubicBezTo>
                    <a:pt x="91" y="51198"/>
                    <a:pt x="0" y="51289"/>
                    <a:pt x="0" y="51403"/>
                  </a:cubicBezTo>
                  <a:cubicBezTo>
                    <a:pt x="0" y="51495"/>
                    <a:pt x="91" y="51586"/>
                    <a:pt x="183" y="51586"/>
                  </a:cubicBezTo>
                  <a:lnTo>
                    <a:pt x="23031" y="51586"/>
                  </a:lnTo>
                  <a:lnTo>
                    <a:pt x="46997" y="27620"/>
                  </a:lnTo>
                  <a:lnTo>
                    <a:pt x="87284" y="27620"/>
                  </a:lnTo>
                  <a:lnTo>
                    <a:pt x="103833" y="44168"/>
                  </a:lnTo>
                  <a:lnTo>
                    <a:pt x="143754" y="44168"/>
                  </a:lnTo>
                  <a:lnTo>
                    <a:pt x="187579" y="321"/>
                  </a:lnTo>
                  <a:cubicBezTo>
                    <a:pt x="187670" y="252"/>
                    <a:pt x="187670" y="138"/>
                    <a:pt x="187579" y="69"/>
                  </a:cubicBezTo>
                  <a:cubicBezTo>
                    <a:pt x="187544" y="24"/>
                    <a:pt x="187499" y="1"/>
                    <a:pt x="187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 rot="10800000">
              <a:off x="2097663" y="-149871"/>
              <a:ext cx="3817027" cy="933273"/>
            </a:xfrm>
            <a:custGeom>
              <a:rect b="b" l="l" r="r" t="t"/>
              <a:pathLst>
                <a:path extrusionOk="0" h="30667" w="125426">
                  <a:moveTo>
                    <a:pt x="125014" y="1"/>
                  </a:moveTo>
                  <a:cubicBezTo>
                    <a:pt x="124917" y="1"/>
                    <a:pt x="124820" y="35"/>
                    <a:pt x="124741" y="103"/>
                  </a:cubicBezTo>
                  <a:lnTo>
                    <a:pt x="111936" y="12931"/>
                  </a:lnTo>
                  <a:lnTo>
                    <a:pt x="47020" y="12931"/>
                  </a:lnTo>
                  <a:lnTo>
                    <a:pt x="30016" y="29913"/>
                  </a:lnTo>
                  <a:lnTo>
                    <a:pt x="388" y="29913"/>
                  </a:lnTo>
                  <a:cubicBezTo>
                    <a:pt x="160" y="29913"/>
                    <a:pt x="0" y="30073"/>
                    <a:pt x="0" y="30301"/>
                  </a:cubicBezTo>
                  <a:cubicBezTo>
                    <a:pt x="0" y="30507"/>
                    <a:pt x="160" y="30666"/>
                    <a:pt x="388" y="30666"/>
                  </a:cubicBezTo>
                  <a:lnTo>
                    <a:pt x="30335" y="30666"/>
                  </a:lnTo>
                  <a:lnTo>
                    <a:pt x="47340" y="13685"/>
                  </a:lnTo>
                  <a:lnTo>
                    <a:pt x="112255" y="13685"/>
                  </a:lnTo>
                  <a:lnTo>
                    <a:pt x="125288" y="651"/>
                  </a:lnTo>
                  <a:cubicBezTo>
                    <a:pt x="125425" y="514"/>
                    <a:pt x="125425" y="263"/>
                    <a:pt x="125288" y="103"/>
                  </a:cubicBezTo>
                  <a:cubicBezTo>
                    <a:pt x="125208" y="35"/>
                    <a:pt x="125111" y="1"/>
                    <a:pt x="125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 rot="10800000">
              <a:off x="5347154" y="-352704"/>
              <a:ext cx="2464576" cy="481412"/>
            </a:xfrm>
            <a:custGeom>
              <a:rect b="b" l="l" r="r" t="t"/>
              <a:pathLst>
                <a:path extrusionOk="0" h="15819" w="80985">
                  <a:moveTo>
                    <a:pt x="206" y="1"/>
                  </a:moveTo>
                  <a:cubicBezTo>
                    <a:pt x="92" y="1"/>
                    <a:pt x="0" y="92"/>
                    <a:pt x="0" y="183"/>
                  </a:cubicBezTo>
                  <a:cubicBezTo>
                    <a:pt x="0" y="297"/>
                    <a:pt x="92" y="389"/>
                    <a:pt x="206" y="389"/>
                  </a:cubicBezTo>
                  <a:lnTo>
                    <a:pt x="37297" y="389"/>
                  </a:lnTo>
                  <a:lnTo>
                    <a:pt x="52750" y="15818"/>
                  </a:lnTo>
                  <a:lnTo>
                    <a:pt x="80779" y="15818"/>
                  </a:lnTo>
                  <a:cubicBezTo>
                    <a:pt x="80893" y="15818"/>
                    <a:pt x="80985" y="15727"/>
                    <a:pt x="80985" y="15636"/>
                  </a:cubicBezTo>
                  <a:cubicBezTo>
                    <a:pt x="80985" y="15522"/>
                    <a:pt x="80893" y="15430"/>
                    <a:pt x="80779" y="15430"/>
                  </a:cubicBezTo>
                  <a:lnTo>
                    <a:pt x="52909" y="15430"/>
                  </a:lnTo>
                  <a:lnTo>
                    <a:pt x="374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 rot="10800000">
              <a:off x="5904951" y="-196402"/>
              <a:ext cx="115339" cy="115339"/>
            </a:xfrm>
            <a:custGeom>
              <a:rect b="b" l="l" r="r" t="t"/>
              <a:pathLst>
                <a:path extrusionOk="0" h="3790" w="3790">
                  <a:moveTo>
                    <a:pt x="1895" y="366"/>
                  </a:moveTo>
                  <a:cubicBezTo>
                    <a:pt x="2717" y="366"/>
                    <a:pt x="3402" y="1051"/>
                    <a:pt x="3402" y="1895"/>
                  </a:cubicBezTo>
                  <a:cubicBezTo>
                    <a:pt x="3402" y="2717"/>
                    <a:pt x="2717" y="3402"/>
                    <a:pt x="1895" y="3402"/>
                  </a:cubicBezTo>
                  <a:cubicBezTo>
                    <a:pt x="1051" y="3402"/>
                    <a:pt x="366" y="2717"/>
                    <a:pt x="366" y="1895"/>
                  </a:cubicBezTo>
                  <a:cubicBezTo>
                    <a:pt x="366" y="1051"/>
                    <a:pt x="1051" y="366"/>
                    <a:pt x="1895" y="366"/>
                  </a:cubicBezTo>
                  <a:close/>
                  <a:moveTo>
                    <a:pt x="1895" y="1"/>
                  </a:moveTo>
                  <a:cubicBezTo>
                    <a:pt x="845" y="1"/>
                    <a:pt x="1" y="845"/>
                    <a:pt x="1" y="1895"/>
                  </a:cubicBezTo>
                  <a:cubicBezTo>
                    <a:pt x="1" y="2922"/>
                    <a:pt x="845" y="3790"/>
                    <a:pt x="1895" y="3790"/>
                  </a:cubicBezTo>
                  <a:cubicBezTo>
                    <a:pt x="2922" y="3790"/>
                    <a:pt x="3790" y="2922"/>
                    <a:pt x="3790" y="1895"/>
                  </a:cubicBezTo>
                  <a:cubicBezTo>
                    <a:pt x="3790" y="845"/>
                    <a:pt x="2922" y="1"/>
                    <a:pt x="1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 rot="10800000">
              <a:off x="5926467" y="-174886"/>
              <a:ext cx="72977" cy="72977"/>
            </a:xfrm>
            <a:custGeom>
              <a:rect b="b" l="l" r="r" t="t"/>
              <a:pathLst>
                <a:path extrusionOk="0" h="2398" w="2398">
                  <a:moveTo>
                    <a:pt x="1210" y="1"/>
                  </a:moveTo>
                  <a:cubicBezTo>
                    <a:pt x="548" y="1"/>
                    <a:pt x="1" y="548"/>
                    <a:pt x="1" y="1210"/>
                  </a:cubicBezTo>
                  <a:cubicBezTo>
                    <a:pt x="1" y="1872"/>
                    <a:pt x="548" y="2397"/>
                    <a:pt x="1210" y="2397"/>
                  </a:cubicBezTo>
                  <a:cubicBezTo>
                    <a:pt x="1872" y="2397"/>
                    <a:pt x="2397" y="1872"/>
                    <a:pt x="2397" y="1210"/>
                  </a:cubicBezTo>
                  <a:cubicBezTo>
                    <a:pt x="2397" y="548"/>
                    <a:pt x="1872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 rot="10800000">
              <a:off x="1516950" y="116870"/>
              <a:ext cx="3646848" cy="11838"/>
            </a:xfrm>
            <a:custGeom>
              <a:rect b="b" l="l" r="r" t="t"/>
              <a:pathLst>
                <a:path extrusionOk="0" h="389" w="119834">
                  <a:moveTo>
                    <a:pt x="183" y="1"/>
                  </a:moveTo>
                  <a:cubicBezTo>
                    <a:pt x="69" y="1"/>
                    <a:pt x="0" y="92"/>
                    <a:pt x="0" y="183"/>
                  </a:cubicBezTo>
                  <a:cubicBezTo>
                    <a:pt x="0" y="297"/>
                    <a:pt x="69" y="389"/>
                    <a:pt x="183" y="389"/>
                  </a:cubicBezTo>
                  <a:lnTo>
                    <a:pt x="119628" y="389"/>
                  </a:lnTo>
                  <a:cubicBezTo>
                    <a:pt x="119742" y="389"/>
                    <a:pt x="119833" y="297"/>
                    <a:pt x="119833" y="183"/>
                  </a:cubicBezTo>
                  <a:cubicBezTo>
                    <a:pt x="119833" y="92"/>
                    <a:pt x="119742" y="1"/>
                    <a:pt x="1196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 rot="10800000">
              <a:off x="5146391" y="78677"/>
              <a:ext cx="88954" cy="88924"/>
            </a:xfrm>
            <a:custGeom>
              <a:rect b="b" l="l" r="r" t="t"/>
              <a:pathLst>
                <a:path extrusionOk="0" h="2922" w="2923">
                  <a:moveTo>
                    <a:pt x="1461" y="0"/>
                  </a:moveTo>
                  <a:cubicBezTo>
                    <a:pt x="640" y="0"/>
                    <a:pt x="0" y="662"/>
                    <a:pt x="0" y="1461"/>
                  </a:cubicBezTo>
                  <a:cubicBezTo>
                    <a:pt x="0" y="2283"/>
                    <a:pt x="640" y="2922"/>
                    <a:pt x="1461" y="2922"/>
                  </a:cubicBezTo>
                  <a:cubicBezTo>
                    <a:pt x="2260" y="2922"/>
                    <a:pt x="2922" y="2283"/>
                    <a:pt x="2922" y="1461"/>
                  </a:cubicBezTo>
                  <a:cubicBezTo>
                    <a:pt x="2922" y="662"/>
                    <a:pt x="2260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4"/>
            <p:cNvSpPr/>
            <p:nvPr/>
          </p:nvSpPr>
          <p:spPr>
            <a:xfrm rot="10800000">
              <a:off x="1478757" y="78677"/>
              <a:ext cx="88924" cy="88924"/>
            </a:xfrm>
            <a:custGeom>
              <a:rect b="b" l="l" r="r" t="t"/>
              <a:pathLst>
                <a:path extrusionOk="0" h="2922" w="2922">
                  <a:moveTo>
                    <a:pt x="1461" y="0"/>
                  </a:moveTo>
                  <a:cubicBezTo>
                    <a:pt x="662" y="0"/>
                    <a:pt x="0" y="662"/>
                    <a:pt x="0" y="1461"/>
                  </a:cubicBezTo>
                  <a:cubicBezTo>
                    <a:pt x="0" y="2283"/>
                    <a:pt x="662" y="2922"/>
                    <a:pt x="1461" y="2922"/>
                  </a:cubicBezTo>
                  <a:cubicBezTo>
                    <a:pt x="2283" y="2922"/>
                    <a:pt x="2922" y="2283"/>
                    <a:pt x="2922" y="1461"/>
                  </a:cubicBezTo>
                  <a:cubicBezTo>
                    <a:pt x="2922" y="662"/>
                    <a:pt x="2283" y="0"/>
                    <a:pt x="14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4"/>
            <p:cNvSpPr/>
            <p:nvPr/>
          </p:nvSpPr>
          <p:spPr>
            <a:xfrm rot="10800000">
              <a:off x="-398137" y="-606937"/>
              <a:ext cx="1361489" cy="1360302"/>
            </a:xfrm>
            <a:custGeom>
              <a:rect b="b" l="l" r="r" t="t"/>
              <a:pathLst>
                <a:path extrusionOk="0" h="44699" w="44738">
                  <a:moveTo>
                    <a:pt x="44532" y="1"/>
                  </a:moveTo>
                  <a:cubicBezTo>
                    <a:pt x="44481" y="1"/>
                    <a:pt x="44430" y="18"/>
                    <a:pt x="44395" y="52"/>
                  </a:cubicBezTo>
                  <a:lnTo>
                    <a:pt x="91" y="44356"/>
                  </a:lnTo>
                  <a:cubicBezTo>
                    <a:pt x="0" y="44447"/>
                    <a:pt x="0" y="44562"/>
                    <a:pt x="91" y="44630"/>
                  </a:cubicBezTo>
                  <a:cubicBezTo>
                    <a:pt x="114" y="44676"/>
                    <a:pt x="160" y="44699"/>
                    <a:pt x="228" y="44699"/>
                  </a:cubicBezTo>
                  <a:cubicBezTo>
                    <a:pt x="274" y="44699"/>
                    <a:pt x="320" y="44676"/>
                    <a:pt x="342" y="44630"/>
                  </a:cubicBezTo>
                  <a:lnTo>
                    <a:pt x="44669" y="326"/>
                  </a:lnTo>
                  <a:cubicBezTo>
                    <a:pt x="44738" y="258"/>
                    <a:pt x="44738" y="121"/>
                    <a:pt x="44669" y="52"/>
                  </a:cubicBezTo>
                  <a:cubicBezTo>
                    <a:pt x="44635" y="18"/>
                    <a:pt x="44584" y="1"/>
                    <a:pt x="44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4"/>
            <p:cNvSpPr/>
            <p:nvPr/>
          </p:nvSpPr>
          <p:spPr>
            <a:xfrm rot="10800000">
              <a:off x="-566246" y="-681953"/>
              <a:ext cx="1361520" cy="1360272"/>
            </a:xfrm>
            <a:custGeom>
              <a:rect b="b" l="l" r="r" t="t"/>
              <a:pathLst>
                <a:path extrusionOk="0" h="44698" w="44739">
                  <a:moveTo>
                    <a:pt x="44522" y="0"/>
                  </a:moveTo>
                  <a:cubicBezTo>
                    <a:pt x="44476" y="0"/>
                    <a:pt x="44430" y="17"/>
                    <a:pt x="44396" y="51"/>
                  </a:cubicBezTo>
                  <a:lnTo>
                    <a:pt x="69" y="44378"/>
                  </a:lnTo>
                  <a:cubicBezTo>
                    <a:pt x="1" y="44447"/>
                    <a:pt x="1" y="44561"/>
                    <a:pt x="69" y="44629"/>
                  </a:cubicBezTo>
                  <a:cubicBezTo>
                    <a:pt x="115" y="44675"/>
                    <a:pt x="161" y="44698"/>
                    <a:pt x="206" y="44698"/>
                  </a:cubicBezTo>
                  <a:cubicBezTo>
                    <a:pt x="252" y="44698"/>
                    <a:pt x="298" y="44675"/>
                    <a:pt x="343" y="44629"/>
                  </a:cubicBezTo>
                  <a:lnTo>
                    <a:pt x="44647" y="325"/>
                  </a:lnTo>
                  <a:cubicBezTo>
                    <a:pt x="44738" y="257"/>
                    <a:pt x="44738" y="120"/>
                    <a:pt x="44647" y="51"/>
                  </a:cubicBezTo>
                  <a:cubicBezTo>
                    <a:pt x="44613" y="17"/>
                    <a:pt x="44567" y="0"/>
                    <a:pt x="44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4"/>
            <p:cNvSpPr/>
            <p:nvPr/>
          </p:nvSpPr>
          <p:spPr>
            <a:xfrm rot="10800000">
              <a:off x="16173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4"/>
            <p:cNvSpPr/>
            <p:nvPr/>
          </p:nvSpPr>
          <p:spPr>
            <a:xfrm rot="10800000">
              <a:off x="414563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4"/>
            <p:cNvSpPr/>
            <p:nvPr/>
          </p:nvSpPr>
          <p:spPr>
            <a:xfrm rot="10800000">
              <a:off x="66742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43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4"/>
            <p:cNvSpPr/>
            <p:nvPr/>
          </p:nvSpPr>
          <p:spPr>
            <a:xfrm rot="10800000">
              <a:off x="920960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28" y="6916"/>
                  </a:lnTo>
                  <a:lnTo>
                    <a:pt x="11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4"/>
            <p:cNvSpPr/>
            <p:nvPr/>
          </p:nvSpPr>
          <p:spPr>
            <a:xfrm rot="10800000">
              <a:off x="117382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4"/>
            <p:cNvSpPr/>
            <p:nvPr/>
          </p:nvSpPr>
          <p:spPr>
            <a:xfrm rot="10800000">
              <a:off x="1426656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5" y="0"/>
                  </a:moveTo>
                  <a:lnTo>
                    <a:pt x="0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4"/>
            <p:cNvSpPr/>
            <p:nvPr/>
          </p:nvSpPr>
          <p:spPr>
            <a:xfrm rot="10800000">
              <a:off x="1679490" y="401657"/>
              <a:ext cx="336949" cy="210502"/>
            </a:xfrm>
            <a:custGeom>
              <a:rect b="b" l="l" r="r" t="t"/>
              <a:pathLst>
                <a:path extrusionOk="0" h="6917" w="11072">
                  <a:moveTo>
                    <a:pt x="6643" y="0"/>
                  </a:moveTo>
                  <a:lnTo>
                    <a:pt x="1" y="6916"/>
                  </a:lnTo>
                  <a:lnTo>
                    <a:pt x="4406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4"/>
            <p:cNvSpPr/>
            <p:nvPr/>
          </p:nvSpPr>
          <p:spPr>
            <a:xfrm rot="10800000">
              <a:off x="1933053" y="401657"/>
              <a:ext cx="336918" cy="210502"/>
            </a:xfrm>
            <a:custGeom>
              <a:rect b="b" l="l" r="r" t="t"/>
              <a:pathLst>
                <a:path extrusionOk="0" h="6917" w="11071">
                  <a:moveTo>
                    <a:pt x="6666" y="0"/>
                  </a:moveTo>
                  <a:lnTo>
                    <a:pt x="1" y="6916"/>
                  </a:lnTo>
                  <a:lnTo>
                    <a:pt x="4429" y="6916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4"/>
            <p:cNvSpPr/>
            <p:nvPr/>
          </p:nvSpPr>
          <p:spPr>
            <a:xfrm rot="10800000">
              <a:off x="1858707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4"/>
            <p:cNvSpPr/>
            <p:nvPr/>
          </p:nvSpPr>
          <p:spPr>
            <a:xfrm rot="10800000">
              <a:off x="175173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4"/>
            <p:cNvSpPr/>
            <p:nvPr/>
          </p:nvSpPr>
          <p:spPr>
            <a:xfrm rot="10800000">
              <a:off x="164546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4"/>
            <p:cNvSpPr/>
            <p:nvPr/>
          </p:nvSpPr>
          <p:spPr>
            <a:xfrm rot="10800000">
              <a:off x="1539196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4"/>
            <p:cNvSpPr/>
            <p:nvPr/>
          </p:nvSpPr>
          <p:spPr>
            <a:xfrm rot="10800000">
              <a:off x="143289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5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4"/>
            <p:cNvSpPr/>
            <p:nvPr/>
          </p:nvSpPr>
          <p:spPr>
            <a:xfrm rot="10800000">
              <a:off x="132662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516" y="3265"/>
                  </a:lnTo>
                  <a:lnTo>
                    <a:pt x="388" y="6209"/>
                  </a:lnTo>
                  <a:lnTo>
                    <a:pt x="2625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4"/>
            <p:cNvSpPr/>
            <p:nvPr/>
          </p:nvSpPr>
          <p:spPr>
            <a:xfrm rot="10800000">
              <a:off x="1220355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89" y="6209"/>
                  </a:lnTo>
                  <a:lnTo>
                    <a:pt x="2626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4"/>
            <p:cNvSpPr/>
            <p:nvPr/>
          </p:nvSpPr>
          <p:spPr>
            <a:xfrm rot="10800000">
              <a:off x="11140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1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30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4"/>
            <p:cNvSpPr/>
            <p:nvPr/>
          </p:nvSpPr>
          <p:spPr>
            <a:xfrm rot="10800000">
              <a:off x="1007784" y="-175586"/>
              <a:ext cx="174378" cy="188986"/>
            </a:xfrm>
            <a:custGeom>
              <a:rect b="b" l="l" r="r" t="t"/>
              <a:pathLst>
                <a:path extrusionOk="0" h="6210" w="5730">
                  <a:moveTo>
                    <a:pt x="0" y="1"/>
                  </a:moveTo>
                  <a:lnTo>
                    <a:pt x="3492" y="3265"/>
                  </a:lnTo>
                  <a:lnTo>
                    <a:pt x="365" y="6209"/>
                  </a:lnTo>
                  <a:lnTo>
                    <a:pt x="2602" y="6209"/>
                  </a:lnTo>
                  <a:lnTo>
                    <a:pt x="5729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4"/>
            <p:cNvSpPr/>
            <p:nvPr/>
          </p:nvSpPr>
          <p:spPr>
            <a:xfrm rot="10800000">
              <a:off x="90081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0" y="1"/>
                  </a:moveTo>
                  <a:lnTo>
                    <a:pt x="3493" y="3265"/>
                  </a:lnTo>
                  <a:lnTo>
                    <a:pt x="366" y="6209"/>
                  </a:lnTo>
                  <a:lnTo>
                    <a:pt x="2602" y="6209"/>
                  </a:lnTo>
                  <a:lnTo>
                    <a:pt x="5752" y="3265"/>
                  </a:lnTo>
                  <a:lnTo>
                    <a:pt x="22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4"/>
            <p:cNvSpPr/>
            <p:nvPr/>
          </p:nvSpPr>
          <p:spPr>
            <a:xfrm rot="10800000">
              <a:off x="794543" y="-175586"/>
              <a:ext cx="175078" cy="188986"/>
            </a:xfrm>
            <a:custGeom>
              <a:rect b="b" l="l" r="r" t="t"/>
              <a:pathLst>
                <a:path extrusionOk="0" h="6210" w="5753">
                  <a:moveTo>
                    <a:pt x="1" y="1"/>
                  </a:moveTo>
                  <a:lnTo>
                    <a:pt x="3516" y="3265"/>
                  </a:lnTo>
                  <a:lnTo>
                    <a:pt x="366" y="6209"/>
                  </a:lnTo>
                  <a:lnTo>
                    <a:pt x="2603" y="6209"/>
                  </a:lnTo>
                  <a:lnTo>
                    <a:pt x="5753" y="3265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3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54" name="Google Shape;754;p34"/>
          <p:cNvGrpSpPr/>
          <p:nvPr/>
        </p:nvGrpSpPr>
        <p:grpSpPr>
          <a:xfrm flipH="1" rot="5400000">
            <a:off x="-113625" y="3210625"/>
            <a:ext cx="536425" cy="3475150"/>
            <a:chOff x="327125" y="2375600"/>
            <a:chExt cx="536425" cy="3475150"/>
          </a:xfrm>
        </p:grpSpPr>
        <p:sp>
          <p:nvSpPr>
            <p:cNvPr id="755" name="Google Shape;755;p34"/>
            <p:cNvSpPr/>
            <p:nvPr/>
          </p:nvSpPr>
          <p:spPr>
            <a:xfrm>
              <a:off x="531425" y="2394425"/>
              <a:ext cx="115850" cy="3456325"/>
            </a:xfrm>
            <a:custGeom>
              <a:rect b="b" l="l" r="r" t="t"/>
              <a:pathLst>
                <a:path extrusionOk="0" fill="none" h="138253" w="4634">
                  <a:moveTo>
                    <a:pt x="3150" y="138253"/>
                  </a:moveTo>
                  <a:lnTo>
                    <a:pt x="3150" y="54872"/>
                  </a:lnTo>
                  <a:lnTo>
                    <a:pt x="0" y="51722"/>
                  </a:lnTo>
                  <a:lnTo>
                    <a:pt x="0" y="28714"/>
                  </a:lnTo>
                  <a:lnTo>
                    <a:pt x="4634" y="24058"/>
                  </a:lnTo>
                  <a:lnTo>
                    <a:pt x="4634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4"/>
            <p:cNvSpPr/>
            <p:nvPr/>
          </p:nvSpPr>
          <p:spPr>
            <a:xfrm>
              <a:off x="627275" y="2375600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56" y="1598"/>
                    <a:pt x="1599" y="1233"/>
                    <a:pt x="1599" y="799"/>
                  </a:cubicBezTo>
                  <a:cubicBezTo>
                    <a:pt x="1599" y="365"/>
                    <a:pt x="1256" y="0"/>
                    <a:pt x="80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4"/>
            <p:cNvSpPr/>
            <p:nvPr/>
          </p:nvSpPr>
          <p:spPr>
            <a:xfrm>
              <a:off x="347100" y="2923975"/>
              <a:ext cx="112450" cy="2344175"/>
            </a:xfrm>
            <a:custGeom>
              <a:rect b="b" l="l" r="r" t="t"/>
              <a:pathLst>
                <a:path extrusionOk="0" fill="none" h="93767" w="4498">
                  <a:moveTo>
                    <a:pt x="4497" y="93766"/>
                  </a:moveTo>
                  <a:lnTo>
                    <a:pt x="4497" y="50855"/>
                  </a:lnTo>
                  <a:lnTo>
                    <a:pt x="1" y="46358"/>
                  </a:ln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4"/>
            <p:cNvSpPr/>
            <p:nvPr/>
          </p:nvSpPr>
          <p:spPr>
            <a:xfrm>
              <a:off x="327125" y="2904575"/>
              <a:ext cx="39975" cy="39950"/>
            </a:xfrm>
            <a:custGeom>
              <a:rect b="b" l="l" r="r" t="t"/>
              <a:pathLst>
                <a:path extrusionOk="0" h="1598" w="1599">
                  <a:moveTo>
                    <a:pt x="800" y="0"/>
                  </a:moveTo>
                  <a:cubicBezTo>
                    <a:pt x="366" y="0"/>
                    <a:pt x="1" y="365"/>
                    <a:pt x="1" y="799"/>
                  </a:cubicBezTo>
                  <a:cubicBezTo>
                    <a:pt x="1" y="1255"/>
                    <a:pt x="366" y="1598"/>
                    <a:pt x="800" y="1598"/>
                  </a:cubicBezTo>
                  <a:cubicBezTo>
                    <a:pt x="1233" y="1598"/>
                    <a:pt x="1599" y="1255"/>
                    <a:pt x="1599" y="799"/>
                  </a:cubicBezTo>
                  <a:cubicBezTo>
                    <a:pt x="1599" y="365"/>
                    <a:pt x="1233" y="0"/>
                    <a:pt x="8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4"/>
            <p:cNvSpPr/>
            <p:nvPr/>
          </p:nvSpPr>
          <p:spPr>
            <a:xfrm>
              <a:off x="347100" y="2676875"/>
              <a:ext cx="192900" cy="374375"/>
            </a:xfrm>
            <a:custGeom>
              <a:rect b="b" l="l" r="r" t="t"/>
              <a:pathLst>
                <a:path extrusionOk="0" fill="none" h="14975" w="7716">
                  <a:moveTo>
                    <a:pt x="1" y="14974"/>
                  </a:moveTo>
                  <a:lnTo>
                    <a:pt x="7716" y="7259"/>
                  </a:lnTo>
                  <a:lnTo>
                    <a:pt x="7716" y="1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520000" y="26580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66"/>
                    <a:pt x="1" y="799"/>
                  </a:cubicBezTo>
                  <a:cubicBezTo>
                    <a:pt x="1" y="1233"/>
                    <a:pt x="366" y="1598"/>
                    <a:pt x="800" y="1598"/>
                  </a:cubicBezTo>
                  <a:cubicBezTo>
                    <a:pt x="1233" y="1598"/>
                    <a:pt x="1598" y="1233"/>
                    <a:pt x="1598" y="799"/>
                  </a:cubicBezTo>
                  <a:cubicBezTo>
                    <a:pt x="1598" y="366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347100" y="4357400"/>
              <a:ext cx="25" cy="971225"/>
            </a:xfrm>
            <a:custGeom>
              <a:rect b="b" l="l" r="r" t="t"/>
              <a:pathLst>
                <a:path extrusionOk="0" fill="none" h="38849" w="1">
                  <a:moveTo>
                    <a:pt x="1" y="38849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327125" y="433855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33" y="1599"/>
                    <a:pt x="1599" y="1234"/>
                    <a:pt x="1599" y="800"/>
                  </a:cubicBezTo>
                  <a:cubicBezTo>
                    <a:pt x="1599" y="343"/>
                    <a:pt x="1233" y="1"/>
                    <a:pt x="80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690625" y="3227550"/>
              <a:ext cx="172925" cy="2083400"/>
            </a:xfrm>
            <a:custGeom>
              <a:rect b="b" l="l" r="r" t="t"/>
              <a:pathLst>
                <a:path extrusionOk="0" fill="none" h="83336" w="6917">
                  <a:moveTo>
                    <a:pt x="6917" y="83335"/>
                  </a:moveTo>
                  <a:lnTo>
                    <a:pt x="0" y="76396"/>
                  </a:lnTo>
                  <a:lnTo>
                    <a:pt x="0" y="15841"/>
                  </a:lnTo>
                  <a:lnTo>
                    <a:pt x="4954" y="10865"/>
                  </a:lnTo>
                  <a:lnTo>
                    <a:pt x="4954" y="0"/>
                  </a:lnTo>
                </a:path>
              </a:pathLst>
            </a:custGeom>
            <a:solidFill>
              <a:schemeClr val="accent1"/>
            </a:solidFill>
            <a:ln cap="flat" cmpd="sng" w="13125">
              <a:solidFill>
                <a:schemeClr val="accent1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794475" y="3208700"/>
              <a:ext cx="39975" cy="39975"/>
            </a:xfrm>
            <a:custGeom>
              <a:rect b="b" l="l" r="r" t="t"/>
              <a:pathLst>
                <a:path extrusionOk="0" h="1599" w="1599">
                  <a:moveTo>
                    <a:pt x="800" y="1"/>
                  </a:moveTo>
                  <a:cubicBezTo>
                    <a:pt x="366" y="1"/>
                    <a:pt x="1" y="343"/>
                    <a:pt x="1" y="800"/>
                  </a:cubicBezTo>
                  <a:cubicBezTo>
                    <a:pt x="1" y="1234"/>
                    <a:pt x="366" y="1599"/>
                    <a:pt x="800" y="1599"/>
                  </a:cubicBezTo>
                  <a:cubicBezTo>
                    <a:pt x="1256" y="1599"/>
                    <a:pt x="1598" y="1234"/>
                    <a:pt x="1598" y="800"/>
                  </a:cubicBezTo>
                  <a:cubicBezTo>
                    <a:pt x="1598" y="343"/>
                    <a:pt x="1256" y="1"/>
                    <a:pt x="80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776800" y="3899750"/>
              <a:ext cx="25" cy="1084800"/>
            </a:xfrm>
            <a:custGeom>
              <a:rect b="b" l="l" r="r" t="t"/>
              <a:pathLst>
                <a:path extrusionOk="0" fill="none" h="43392" w="1">
                  <a:moveTo>
                    <a:pt x="0" y="43391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flat" cmpd="sng" w="13125">
              <a:solidFill>
                <a:schemeClr val="accent2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756825" y="4963400"/>
              <a:ext cx="40525" cy="39975"/>
            </a:xfrm>
            <a:custGeom>
              <a:rect b="b" l="l" r="r" t="t"/>
              <a:pathLst>
                <a:path extrusionOk="0" h="1599" w="1621">
                  <a:moveTo>
                    <a:pt x="799" y="1"/>
                  </a:moveTo>
                  <a:cubicBezTo>
                    <a:pt x="365" y="1"/>
                    <a:pt x="0" y="366"/>
                    <a:pt x="0" y="800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800"/>
                  </a:cubicBezTo>
                  <a:cubicBezTo>
                    <a:pt x="1621" y="366"/>
                    <a:pt x="1256" y="1"/>
                    <a:pt x="79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756825" y="3880925"/>
              <a:ext cx="40525" cy="39950"/>
            </a:xfrm>
            <a:custGeom>
              <a:rect b="b" l="l" r="r" t="t"/>
              <a:pathLst>
                <a:path extrusionOk="0" h="1598" w="1621">
                  <a:moveTo>
                    <a:pt x="799" y="0"/>
                  </a:moveTo>
                  <a:cubicBezTo>
                    <a:pt x="365" y="0"/>
                    <a:pt x="0" y="342"/>
                    <a:pt x="0" y="799"/>
                  </a:cubicBezTo>
                  <a:cubicBezTo>
                    <a:pt x="0" y="1233"/>
                    <a:pt x="365" y="1598"/>
                    <a:pt x="799" y="1598"/>
                  </a:cubicBezTo>
                  <a:cubicBezTo>
                    <a:pt x="1256" y="1598"/>
                    <a:pt x="1621" y="1233"/>
                    <a:pt x="1621" y="799"/>
                  </a:cubicBezTo>
                  <a:cubicBezTo>
                    <a:pt x="1621" y="342"/>
                    <a:pt x="1256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9" name="Google Shape;769;p35"/>
          <p:cNvGrpSpPr/>
          <p:nvPr/>
        </p:nvGrpSpPr>
        <p:grpSpPr>
          <a:xfrm>
            <a:off x="5266248" y="4568869"/>
            <a:ext cx="3157758" cy="296582"/>
            <a:chOff x="5266248" y="4230494"/>
            <a:chExt cx="3157758" cy="296582"/>
          </a:xfrm>
        </p:grpSpPr>
        <p:sp>
          <p:nvSpPr>
            <p:cNvPr id="770" name="Google Shape;770;p35"/>
            <p:cNvSpPr/>
            <p:nvPr/>
          </p:nvSpPr>
          <p:spPr>
            <a:xfrm>
              <a:off x="52662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5"/>
            <p:cNvSpPr/>
            <p:nvPr/>
          </p:nvSpPr>
          <p:spPr>
            <a:xfrm>
              <a:off x="5459599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5"/>
            <p:cNvSpPr/>
            <p:nvPr/>
          </p:nvSpPr>
          <p:spPr>
            <a:xfrm>
              <a:off x="564973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5"/>
            <p:cNvSpPr/>
            <p:nvPr/>
          </p:nvSpPr>
          <p:spPr>
            <a:xfrm>
              <a:off x="58397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5"/>
            <p:cNvSpPr/>
            <p:nvPr/>
          </p:nvSpPr>
          <p:spPr>
            <a:xfrm>
              <a:off x="602988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5"/>
            <p:cNvSpPr/>
            <p:nvPr/>
          </p:nvSpPr>
          <p:spPr>
            <a:xfrm>
              <a:off x="6220016" y="4230494"/>
              <a:ext cx="106446" cy="296582"/>
            </a:xfrm>
            <a:custGeom>
              <a:rect b="b" l="l" r="r" t="t"/>
              <a:pathLst>
                <a:path extrusionOk="0" h="2307" w="828">
                  <a:moveTo>
                    <a:pt x="0" y="0"/>
                  </a:moveTo>
                  <a:lnTo>
                    <a:pt x="0" y="2306"/>
                  </a:lnTo>
                  <a:lnTo>
                    <a:pt x="827" y="2306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64132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6603375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679351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698364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7176870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7367006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7557143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774715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7940501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1" y="0"/>
                  </a:moveTo>
                  <a:lnTo>
                    <a:pt x="1" y="2306"/>
                  </a:lnTo>
                  <a:lnTo>
                    <a:pt x="803" y="2306"/>
                  </a:lnTo>
                  <a:lnTo>
                    <a:pt x="80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8130638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8320774" y="4230494"/>
              <a:ext cx="103232" cy="296582"/>
            </a:xfrm>
            <a:custGeom>
              <a:rect b="b" l="l" r="r" t="t"/>
              <a:pathLst>
                <a:path extrusionOk="0" h="2307" w="803">
                  <a:moveTo>
                    <a:pt x="0" y="0"/>
                  </a:moveTo>
                  <a:lnTo>
                    <a:pt x="0" y="2306"/>
                  </a:lnTo>
                  <a:lnTo>
                    <a:pt x="802" y="2306"/>
                  </a:lnTo>
                  <a:lnTo>
                    <a:pt x="80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35"/>
          <p:cNvGrpSpPr/>
          <p:nvPr/>
        </p:nvGrpSpPr>
        <p:grpSpPr>
          <a:xfrm>
            <a:off x="-364925" y="-1720950"/>
            <a:ext cx="9644000" cy="3383025"/>
            <a:chOff x="-364925" y="-1720950"/>
            <a:chExt cx="9644000" cy="3383025"/>
          </a:xfrm>
        </p:grpSpPr>
        <p:grpSp>
          <p:nvGrpSpPr>
            <p:cNvPr id="788" name="Google Shape;788;p35"/>
            <p:cNvGrpSpPr/>
            <p:nvPr/>
          </p:nvGrpSpPr>
          <p:grpSpPr>
            <a:xfrm flipH="1">
              <a:off x="-364925" y="-1720950"/>
              <a:ext cx="7767703" cy="3383025"/>
              <a:chOff x="24125" y="294775"/>
              <a:chExt cx="7767703" cy="3383025"/>
            </a:xfrm>
          </p:grpSpPr>
          <p:sp>
            <p:nvSpPr>
              <p:cNvPr id="789" name="Google Shape;789;p35"/>
              <p:cNvSpPr/>
              <p:nvPr/>
            </p:nvSpPr>
            <p:spPr>
              <a:xfrm>
                <a:off x="1686375" y="607200"/>
                <a:ext cx="142125" cy="129550"/>
              </a:xfrm>
              <a:custGeom>
                <a:rect b="b" l="l" r="r" t="t"/>
                <a:pathLst>
                  <a:path extrusionOk="0" h="5182" w="5685">
                    <a:moveTo>
                      <a:pt x="2834" y="1"/>
                    </a:moveTo>
                    <a:cubicBezTo>
                      <a:pt x="2169" y="1"/>
                      <a:pt x="1507" y="252"/>
                      <a:pt x="1005" y="754"/>
                    </a:cubicBezTo>
                    <a:cubicBezTo>
                      <a:pt x="1" y="1781"/>
                      <a:pt x="1" y="3402"/>
                      <a:pt x="1005" y="4429"/>
                    </a:cubicBezTo>
                    <a:cubicBezTo>
                      <a:pt x="1507" y="4931"/>
                      <a:pt x="2169" y="5182"/>
                      <a:pt x="2834" y="5182"/>
                    </a:cubicBezTo>
                    <a:cubicBezTo>
                      <a:pt x="3499" y="5182"/>
                      <a:pt x="4166" y="4931"/>
                      <a:pt x="4680" y="4429"/>
                    </a:cubicBezTo>
                    <a:cubicBezTo>
                      <a:pt x="5684" y="3402"/>
                      <a:pt x="5684" y="1781"/>
                      <a:pt x="4680" y="754"/>
                    </a:cubicBezTo>
                    <a:cubicBezTo>
                      <a:pt x="4166" y="252"/>
                      <a:pt x="3499" y="1"/>
                      <a:pt x="28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35"/>
              <p:cNvSpPr/>
              <p:nvPr/>
            </p:nvSpPr>
            <p:spPr>
              <a:xfrm>
                <a:off x="6609800" y="3191600"/>
                <a:ext cx="148950" cy="93025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5"/>
              <p:cNvSpPr/>
              <p:nvPr/>
            </p:nvSpPr>
            <p:spPr>
              <a:xfrm>
                <a:off x="672165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5"/>
              <p:cNvSpPr/>
              <p:nvPr/>
            </p:nvSpPr>
            <p:spPr>
              <a:xfrm>
                <a:off x="6834050" y="3191600"/>
                <a:ext cx="148975" cy="93025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5"/>
              <p:cNvSpPr/>
              <p:nvPr/>
            </p:nvSpPr>
            <p:spPr>
              <a:xfrm>
                <a:off x="6945900" y="3191600"/>
                <a:ext cx="148950" cy="93025"/>
              </a:xfrm>
              <a:custGeom>
                <a:rect b="b" l="l" r="r" t="t"/>
                <a:pathLst>
                  <a:path extrusionOk="0" h="3721" w="5958">
                    <a:moveTo>
                      <a:pt x="0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5"/>
              <p:cNvSpPr/>
              <p:nvPr/>
            </p:nvSpPr>
            <p:spPr>
              <a:xfrm>
                <a:off x="705775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0" y="0"/>
                    </a:moveTo>
                    <a:lnTo>
                      <a:pt x="3607" y="3721"/>
                    </a:lnTo>
                    <a:lnTo>
                      <a:pt x="5980" y="3721"/>
                    </a:lnTo>
                    <a:lnTo>
                      <a:pt x="2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5"/>
              <p:cNvSpPr/>
              <p:nvPr/>
            </p:nvSpPr>
            <p:spPr>
              <a:xfrm>
                <a:off x="7170150" y="3191600"/>
                <a:ext cx="148975" cy="93025"/>
              </a:xfrm>
              <a:custGeom>
                <a:rect b="b" l="l" r="r" t="t"/>
                <a:pathLst>
                  <a:path extrusionOk="0" h="3721" w="5959">
                    <a:moveTo>
                      <a:pt x="1" y="0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5"/>
              <p:cNvSpPr/>
              <p:nvPr/>
            </p:nvSpPr>
            <p:spPr>
              <a:xfrm>
                <a:off x="7282000" y="3191600"/>
                <a:ext cx="149525" cy="93025"/>
              </a:xfrm>
              <a:custGeom>
                <a:rect b="b" l="l" r="r" t="t"/>
                <a:pathLst>
                  <a:path extrusionOk="0" h="3721" w="5981">
                    <a:moveTo>
                      <a:pt x="1" y="0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5"/>
              <p:cNvSpPr/>
              <p:nvPr/>
            </p:nvSpPr>
            <p:spPr>
              <a:xfrm>
                <a:off x="2406525" y="1218350"/>
                <a:ext cx="5385303" cy="1110475"/>
              </a:xfrm>
              <a:custGeom>
                <a:rect b="b" l="l" r="r" t="t"/>
                <a:pathLst>
                  <a:path extrusionOk="0" h="44419" w="206136">
                    <a:moveTo>
                      <a:pt x="183" y="0"/>
                    </a:moveTo>
                    <a:cubicBezTo>
                      <a:pt x="91" y="0"/>
                      <a:pt x="0" y="92"/>
                      <a:pt x="0" y="206"/>
                    </a:cubicBezTo>
                    <a:cubicBezTo>
                      <a:pt x="0" y="297"/>
                      <a:pt x="91" y="388"/>
                      <a:pt x="183" y="388"/>
                    </a:cubicBezTo>
                    <a:lnTo>
                      <a:pt x="31887" y="388"/>
                    </a:lnTo>
                    <a:lnTo>
                      <a:pt x="54507" y="23031"/>
                    </a:lnTo>
                    <a:lnTo>
                      <a:pt x="101870" y="23031"/>
                    </a:lnTo>
                    <a:lnTo>
                      <a:pt x="123257" y="44418"/>
                    </a:lnTo>
                    <a:lnTo>
                      <a:pt x="205930" y="44418"/>
                    </a:lnTo>
                    <a:cubicBezTo>
                      <a:pt x="206044" y="44418"/>
                      <a:pt x="206136" y="44327"/>
                      <a:pt x="206136" y="44213"/>
                    </a:cubicBezTo>
                    <a:cubicBezTo>
                      <a:pt x="206136" y="44122"/>
                      <a:pt x="206044" y="44030"/>
                      <a:pt x="205930" y="44030"/>
                    </a:cubicBezTo>
                    <a:lnTo>
                      <a:pt x="123417" y="44030"/>
                    </a:lnTo>
                    <a:lnTo>
                      <a:pt x="102029" y="22643"/>
                    </a:lnTo>
                    <a:lnTo>
                      <a:pt x="54667" y="22643"/>
                    </a:lnTo>
                    <a:lnTo>
                      <a:pt x="32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5"/>
              <p:cNvSpPr/>
              <p:nvPr/>
            </p:nvSpPr>
            <p:spPr>
              <a:xfrm>
                <a:off x="987925" y="355975"/>
                <a:ext cx="6210225" cy="1468400"/>
              </a:xfrm>
              <a:custGeom>
                <a:rect b="b" l="l" r="r" t="t"/>
                <a:pathLst>
                  <a:path extrusionOk="0" h="58736" w="248409">
                    <a:moveTo>
                      <a:pt x="248203" y="1"/>
                    </a:moveTo>
                    <a:cubicBezTo>
                      <a:pt x="248151" y="1"/>
                      <a:pt x="248100" y="18"/>
                      <a:pt x="248066" y="52"/>
                    </a:cubicBezTo>
                    <a:lnTo>
                      <a:pt x="196663" y="51455"/>
                    </a:lnTo>
                    <a:lnTo>
                      <a:pt x="175778" y="51455"/>
                    </a:lnTo>
                    <a:lnTo>
                      <a:pt x="155760" y="31460"/>
                    </a:lnTo>
                    <a:lnTo>
                      <a:pt x="121112" y="31460"/>
                    </a:lnTo>
                    <a:lnTo>
                      <a:pt x="94200" y="58371"/>
                    </a:lnTo>
                    <a:lnTo>
                      <a:pt x="183" y="58371"/>
                    </a:lnTo>
                    <a:cubicBezTo>
                      <a:pt x="92" y="58371"/>
                      <a:pt x="0" y="58439"/>
                      <a:pt x="0" y="58553"/>
                    </a:cubicBezTo>
                    <a:cubicBezTo>
                      <a:pt x="0" y="58645"/>
                      <a:pt x="92" y="58736"/>
                      <a:pt x="183" y="58736"/>
                    </a:cubicBezTo>
                    <a:lnTo>
                      <a:pt x="94360" y="58736"/>
                    </a:lnTo>
                    <a:lnTo>
                      <a:pt x="121248" y="31848"/>
                    </a:lnTo>
                    <a:lnTo>
                      <a:pt x="155623" y="31848"/>
                    </a:lnTo>
                    <a:lnTo>
                      <a:pt x="175618" y="51843"/>
                    </a:lnTo>
                    <a:lnTo>
                      <a:pt x="196823" y="51843"/>
                    </a:lnTo>
                    <a:lnTo>
                      <a:pt x="248340" y="326"/>
                    </a:lnTo>
                    <a:cubicBezTo>
                      <a:pt x="248408" y="235"/>
                      <a:pt x="248408" y="121"/>
                      <a:pt x="248340" y="52"/>
                    </a:cubicBezTo>
                    <a:cubicBezTo>
                      <a:pt x="248306" y="18"/>
                      <a:pt x="248254" y="1"/>
                      <a:pt x="2482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5"/>
              <p:cNvSpPr/>
              <p:nvPr/>
            </p:nvSpPr>
            <p:spPr>
              <a:xfrm>
                <a:off x="1265250" y="1389550"/>
                <a:ext cx="6299250" cy="1955000"/>
              </a:xfrm>
              <a:custGeom>
                <a:rect b="b" l="l" r="r" t="t"/>
                <a:pathLst>
                  <a:path extrusionOk="0" h="78200" w="251970">
                    <a:moveTo>
                      <a:pt x="389" y="0"/>
                    </a:moveTo>
                    <a:cubicBezTo>
                      <a:pt x="160" y="0"/>
                      <a:pt x="1" y="183"/>
                      <a:pt x="1" y="388"/>
                    </a:cubicBezTo>
                    <a:cubicBezTo>
                      <a:pt x="1" y="593"/>
                      <a:pt x="160" y="776"/>
                      <a:pt x="389" y="776"/>
                    </a:cubicBezTo>
                    <a:lnTo>
                      <a:pt x="66217" y="776"/>
                    </a:lnTo>
                    <a:lnTo>
                      <a:pt x="89179" y="23738"/>
                    </a:lnTo>
                    <a:lnTo>
                      <a:pt x="125197" y="23738"/>
                    </a:lnTo>
                    <a:lnTo>
                      <a:pt x="179659" y="78199"/>
                    </a:lnTo>
                    <a:lnTo>
                      <a:pt x="251581" y="78199"/>
                    </a:lnTo>
                    <a:cubicBezTo>
                      <a:pt x="251787" y="78199"/>
                      <a:pt x="251969" y="78040"/>
                      <a:pt x="251969" y="77834"/>
                    </a:cubicBezTo>
                    <a:cubicBezTo>
                      <a:pt x="251969" y="77606"/>
                      <a:pt x="251787" y="77446"/>
                      <a:pt x="251581" y="77446"/>
                    </a:cubicBezTo>
                    <a:lnTo>
                      <a:pt x="179978" y="77446"/>
                    </a:lnTo>
                    <a:lnTo>
                      <a:pt x="125517" y="22962"/>
                    </a:lnTo>
                    <a:lnTo>
                      <a:pt x="89499" y="22962"/>
                    </a:lnTo>
                    <a:lnTo>
                      <a:pt x="665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35"/>
              <p:cNvSpPr/>
              <p:nvPr/>
            </p:nvSpPr>
            <p:spPr>
              <a:xfrm>
                <a:off x="1631600" y="1974425"/>
                <a:ext cx="6160000" cy="1095650"/>
              </a:xfrm>
              <a:custGeom>
                <a:rect b="b" l="l" r="r" t="t"/>
                <a:pathLst>
                  <a:path extrusionOk="0" h="43826" w="246400">
                    <a:moveTo>
                      <a:pt x="183" y="1"/>
                    </a:moveTo>
                    <a:cubicBezTo>
                      <a:pt x="69" y="1"/>
                      <a:pt x="0" y="92"/>
                      <a:pt x="0" y="206"/>
                    </a:cubicBezTo>
                    <a:cubicBezTo>
                      <a:pt x="0" y="298"/>
                      <a:pt x="69" y="389"/>
                      <a:pt x="183" y="389"/>
                    </a:cubicBezTo>
                    <a:lnTo>
                      <a:pt x="61286" y="389"/>
                    </a:lnTo>
                    <a:lnTo>
                      <a:pt x="104723" y="43825"/>
                    </a:lnTo>
                    <a:lnTo>
                      <a:pt x="165210" y="43825"/>
                    </a:lnTo>
                    <a:lnTo>
                      <a:pt x="207414" y="1599"/>
                    </a:lnTo>
                    <a:lnTo>
                      <a:pt x="246217" y="1599"/>
                    </a:lnTo>
                    <a:cubicBezTo>
                      <a:pt x="246308" y="1599"/>
                      <a:pt x="246400" y="1507"/>
                      <a:pt x="246400" y="1416"/>
                    </a:cubicBezTo>
                    <a:cubicBezTo>
                      <a:pt x="246400" y="1302"/>
                      <a:pt x="246308" y="1233"/>
                      <a:pt x="246217" y="1233"/>
                    </a:cubicBezTo>
                    <a:lnTo>
                      <a:pt x="207254" y="1233"/>
                    </a:lnTo>
                    <a:lnTo>
                      <a:pt x="165050" y="43437"/>
                    </a:lnTo>
                    <a:lnTo>
                      <a:pt x="104883" y="43437"/>
                    </a:lnTo>
                    <a:lnTo>
                      <a:pt x="6144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35"/>
              <p:cNvSpPr/>
              <p:nvPr/>
            </p:nvSpPr>
            <p:spPr>
              <a:xfrm>
                <a:off x="1978550" y="331575"/>
                <a:ext cx="4691750" cy="1289675"/>
              </a:xfrm>
              <a:custGeom>
                <a:rect b="b" l="l" r="r" t="t"/>
                <a:pathLst>
                  <a:path extrusionOk="0" h="51587" w="187670">
                    <a:moveTo>
                      <a:pt x="187453" y="1"/>
                    </a:moveTo>
                    <a:cubicBezTo>
                      <a:pt x="187407" y="1"/>
                      <a:pt x="187362" y="24"/>
                      <a:pt x="187327" y="69"/>
                    </a:cubicBezTo>
                    <a:lnTo>
                      <a:pt x="143594" y="43780"/>
                    </a:lnTo>
                    <a:lnTo>
                      <a:pt x="103992" y="43780"/>
                    </a:lnTo>
                    <a:lnTo>
                      <a:pt x="87444" y="27232"/>
                    </a:lnTo>
                    <a:lnTo>
                      <a:pt x="46838" y="27232"/>
                    </a:lnTo>
                    <a:lnTo>
                      <a:pt x="22871" y="51198"/>
                    </a:lnTo>
                    <a:lnTo>
                      <a:pt x="183" y="51198"/>
                    </a:lnTo>
                    <a:cubicBezTo>
                      <a:pt x="91" y="51198"/>
                      <a:pt x="0" y="51289"/>
                      <a:pt x="0" y="51403"/>
                    </a:cubicBezTo>
                    <a:cubicBezTo>
                      <a:pt x="0" y="51495"/>
                      <a:pt x="91" y="51586"/>
                      <a:pt x="183" y="51586"/>
                    </a:cubicBezTo>
                    <a:lnTo>
                      <a:pt x="23031" y="51586"/>
                    </a:lnTo>
                    <a:lnTo>
                      <a:pt x="46997" y="27620"/>
                    </a:lnTo>
                    <a:lnTo>
                      <a:pt x="87284" y="27620"/>
                    </a:lnTo>
                    <a:lnTo>
                      <a:pt x="103833" y="44168"/>
                    </a:lnTo>
                    <a:lnTo>
                      <a:pt x="143754" y="44168"/>
                    </a:lnTo>
                    <a:lnTo>
                      <a:pt x="187579" y="321"/>
                    </a:lnTo>
                    <a:cubicBezTo>
                      <a:pt x="187670" y="252"/>
                      <a:pt x="187670" y="138"/>
                      <a:pt x="187579" y="69"/>
                    </a:cubicBezTo>
                    <a:cubicBezTo>
                      <a:pt x="187544" y="24"/>
                      <a:pt x="187499" y="1"/>
                      <a:pt x="187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5"/>
              <p:cNvSpPr/>
              <p:nvPr/>
            </p:nvSpPr>
            <p:spPr>
              <a:xfrm>
                <a:off x="937150" y="2104550"/>
                <a:ext cx="6622775" cy="1510475"/>
              </a:xfrm>
              <a:custGeom>
                <a:rect b="b" l="l" r="r" t="t"/>
                <a:pathLst>
                  <a:path extrusionOk="0" h="60419" w="264911">
                    <a:moveTo>
                      <a:pt x="183" y="0"/>
                    </a:moveTo>
                    <a:cubicBezTo>
                      <a:pt x="91" y="0"/>
                      <a:pt x="0" y="69"/>
                      <a:pt x="0" y="183"/>
                    </a:cubicBezTo>
                    <a:cubicBezTo>
                      <a:pt x="0" y="297"/>
                      <a:pt x="91" y="365"/>
                      <a:pt x="183" y="365"/>
                    </a:cubicBezTo>
                    <a:lnTo>
                      <a:pt x="57177" y="365"/>
                    </a:lnTo>
                    <a:lnTo>
                      <a:pt x="70941" y="14129"/>
                    </a:lnTo>
                    <a:lnTo>
                      <a:pt x="129214" y="14129"/>
                    </a:lnTo>
                    <a:lnTo>
                      <a:pt x="175504" y="60419"/>
                    </a:lnTo>
                    <a:lnTo>
                      <a:pt x="203419" y="60419"/>
                    </a:lnTo>
                    <a:lnTo>
                      <a:pt x="232316" y="31499"/>
                    </a:lnTo>
                    <a:lnTo>
                      <a:pt x="264705" y="31499"/>
                    </a:lnTo>
                    <a:cubicBezTo>
                      <a:pt x="264819" y="31499"/>
                      <a:pt x="264911" y="31430"/>
                      <a:pt x="264911" y="31316"/>
                    </a:cubicBezTo>
                    <a:cubicBezTo>
                      <a:pt x="264911" y="31225"/>
                      <a:pt x="264819" y="31134"/>
                      <a:pt x="264705" y="31134"/>
                    </a:cubicBezTo>
                    <a:lnTo>
                      <a:pt x="232156" y="31134"/>
                    </a:lnTo>
                    <a:lnTo>
                      <a:pt x="203259" y="60031"/>
                    </a:lnTo>
                    <a:lnTo>
                      <a:pt x="175664" y="60031"/>
                    </a:lnTo>
                    <a:lnTo>
                      <a:pt x="129374" y="13764"/>
                    </a:lnTo>
                    <a:lnTo>
                      <a:pt x="71101" y="13764"/>
                    </a:lnTo>
                    <a:lnTo>
                      <a:pt x="573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5"/>
              <p:cNvSpPr/>
              <p:nvPr/>
            </p:nvSpPr>
            <p:spPr>
              <a:xfrm>
                <a:off x="1664700" y="294775"/>
                <a:ext cx="3135650" cy="766675"/>
              </a:xfrm>
              <a:custGeom>
                <a:rect b="b" l="l" r="r" t="t"/>
                <a:pathLst>
                  <a:path extrusionOk="0" h="30667" w="125426">
                    <a:moveTo>
                      <a:pt x="125014" y="1"/>
                    </a:moveTo>
                    <a:cubicBezTo>
                      <a:pt x="124917" y="1"/>
                      <a:pt x="124820" y="35"/>
                      <a:pt x="124741" y="103"/>
                    </a:cubicBezTo>
                    <a:lnTo>
                      <a:pt x="111936" y="12931"/>
                    </a:lnTo>
                    <a:lnTo>
                      <a:pt x="47020" y="12931"/>
                    </a:lnTo>
                    <a:lnTo>
                      <a:pt x="30016" y="29913"/>
                    </a:lnTo>
                    <a:lnTo>
                      <a:pt x="388" y="29913"/>
                    </a:lnTo>
                    <a:cubicBezTo>
                      <a:pt x="160" y="29913"/>
                      <a:pt x="0" y="30073"/>
                      <a:pt x="0" y="30301"/>
                    </a:cubicBezTo>
                    <a:cubicBezTo>
                      <a:pt x="0" y="30507"/>
                      <a:pt x="160" y="30666"/>
                      <a:pt x="388" y="30666"/>
                    </a:cubicBezTo>
                    <a:lnTo>
                      <a:pt x="30335" y="30666"/>
                    </a:lnTo>
                    <a:lnTo>
                      <a:pt x="47340" y="13685"/>
                    </a:lnTo>
                    <a:lnTo>
                      <a:pt x="112255" y="13685"/>
                    </a:lnTo>
                    <a:lnTo>
                      <a:pt x="125288" y="651"/>
                    </a:lnTo>
                    <a:cubicBezTo>
                      <a:pt x="125425" y="514"/>
                      <a:pt x="125425" y="263"/>
                      <a:pt x="125288" y="103"/>
                    </a:cubicBezTo>
                    <a:cubicBezTo>
                      <a:pt x="125208" y="35"/>
                      <a:pt x="125111" y="1"/>
                      <a:pt x="125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5"/>
              <p:cNvSpPr/>
              <p:nvPr/>
            </p:nvSpPr>
            <p:spPr>
              <a:xfrm>
                <a:off x="100600" y="2193550"/>
                <a:ext cx="3410675" cy="530725"/>
              </a:xfrm>
              <a:custGeom>
                <a:rect b="b" l="l" r="r" t="t"/>
                <a:pathLst>
                  <a:path extrusionOk="0" h="21229" w="136427">
                    <a:moveTo>
                      <a:pt x="20748" y="1"/>
                    </a:moveTo>
                    <a:lnTo>
                      <a:pt x="160" y="20589"/>
                    </a:lnTo>
                    <a:cubicBezTo>
                      <a:pt x="0" y="20726"/>
                      <a:pt x="0" y="20977"/>
                      <a:pt x="160" y="21114"/>
                    </a:cubicBezTo>
                    <a:cubicBezTo>
                      <a:pt x="228" y="21205"/>
                      <a:pt x="342" y="21228"/>
                      <a:pt x="434" y="21228"/>
                    </a:cubicBezTo>
                    <a:cubicBezTo>
                      <a:pt x="525" y="21228"/>
                      <a:pt x="616" y="21205"/>
                      <a:pt x="708" y="21114"/>
                    </a:cubicBezTo>
                    <a:lnTo>
                      <a:pt x="21045" y="777"/>
                    </a:lnTo>
                    <a:lnTo>
                      <a:pt x="85390" y="777"/>
                    </a:lnTo>
                    <a:lnTo>
                      <a:pt x="103307" y="18672"/>
                    </a:lnTo>
                    <a:lnTo>
                      <a:pt x="136039" y="18672"/>
                    </a:lnTo>
                    <a:cubicBezTo>
                      <a:pt x="136267" y="18672"/>
                      <a:pt x="136427" y="18512"/>
                      <a:pt x="136427" y="18307"/>
                    </a:cubicBezTo>
                    <a:cubicBezTo>
                      <a:pt x="136427" y="18078"/>
                      <a:pt x="136267" y="17919"/>
                      <a:pt x="136039" y="17919"/>
                    </a:cubicBezTo>
                    <a:lnTo>
                      <a:pt x="103627" y="17919"/>
                    </a:lnTo>
                    <a:lnTo>
                      <a:pt x="857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5"/>
              <p:cNvSpPr/>
              <p:nvPr/>
            </p:nvSpPr>
            <p:spPr>
              <a:xfrm>
                <a:off x="106300" y="832600"/>
                <a:ext cx="2024625" cy="395475"/>
              </a:xfrm>
              <a:custGeom>
                <a:rect b="b" l="l" r="r" t="t"/>
                <a:pathLst>
                  <a:path extrusionOk="0" h="15819" w="80985">
                    <a:moveTo>
                      <a:pt x="206" y="1"/>
                    </a:moveTo>
                    <a:cubicBezTo>
                      <a:pt x="92" y="1"/>
                      <a:pt x="0" y="92"/>
                      <a:pt x="0" y="183"/>
                    </a:cubicBezTo>
                    <a:cubicBezTo>
                      <a:pt x="0" y="297"/>
                      <a:pt x="92" y="389"/>
                      <a:pt x="206" y="389"/>
                    </a:cubicBezTo>
                    <a:lnTo>
                      <a:pt x="37297" y="389"/>
                    </a:lnTo>
                    <a:lnTo>
                      <a:pt x="52750" y="15818"/>
                    </a:lnTo>
                    <a:lnTo>
                      <a:pt x="80779" y="15818"/>
                    </a:lnTo>
                    <a:cubicBezTo>
                      <a:pt x="80893" y="15818"/>
                      <a:pt x="80985" y="15727"/>
                      <a:pt x="80985" y="15636"/>
                    </a:cubicBezTo>
                    <a:cubicBezTo>
                      <a:pt x="80985" y="15522"/>
                      <a:pt x="80893" y="15430"/>
                      <a:pt x="80779" y="15430"/>
                    </a:cubicBezTo>
                    <a:lnTo>
                      <a:pt x="52909" y="15430"/>
                    </a:lnTo>
                    <a:lnTo>
                      <a:pt x="3745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5"/>
              <p:cNvSpPr/>
              <p:nvPr/>
            </p:nvSpPr>
            <p:spPr>
              <a:xfrm>
                <a:off x="24125" y="1108225"/>
                <a:ext cx="1654850" cy="513025"/>
              </a:xfrm>
              <a:custGeom>
                <a:rect b="b" l="l" r="r" t="t"/>
                <a:pathLst>
                  <a:path extrusionOk="0" h="20521" w="66194">
                    <a:moveTo>
                      <a:pt x="183" y="0"/>
                    </a:moveTo>
                    <a:cubicBezTo>
                      <a:pt x="92" y="0"/>
                      <a:pt x="1" y="91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5245" y="388"/>
                    </a:lnTo>
                    <a:lnTo>
                      <a:pt x="45377" y="20520"/>
                    </a:lnTo>
                    <a:lnTo>
                      <a:pt x="66011" y="20520"/>
                    </a:lnTo>
                    <a:cubicBezTo>
                      <a:pt x="66103" y="20520"/>
                      <a:pt x="66194" y="20429"/>
                      <a:pt x="66194" y="20337"/>
                    </a:cubicBezTo>
                    <a:cubicBezTo>
                      <a:pt x="66194" y="20223"/>
                      <a:pt x="66103" y="20132"/>
                      <a:pt x="66011" y="20132"/>
                    </a:cubicBezTo>
                    <a:lnTo>
                      <a:pt x="45537" y="20132"/>
                    </a:lnTo>
                    <a:lnTo>
                      <a:pt x="25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5"/>
              <p:cNvSpPr/>
              <p:nvPr/>
            </p:nvSpPr>
            <p:spPr>
              <a:xfrm>
                <a:off x="24125" y="1371850"/>
                <a:ext cx="979225" cy="451975"/>
              </a:xfrm>
              <a:custGeom>
                <a:rect b="b" l="l" r="r" t="t"/>
                <a:pathLst>
                  <a:path extrusionOk="0" h="18079" w="39169">
                    <a:moveTo>
                      <a:pt x="183" y="0"/>
                    </a:moveTo>
                    <a:cubicBezTo>
                      <a:pt x="92" y="0"/>
                      <a:pt x="1" y="92"/>
                      <a:pt x="1" y="206"/>
                    </a:cubicBezTo>
                    <a:cubicBezTo>
                      <a:pt x="1" y="297"/>
                      <a:pt x="92" y="388"/>
                      <a:pt x="183" y="388"/>
                    </a:cubicBezTo>
                    <a:lnTo>
                      <a:pt x="21182" y="388"/>
                    </a:lnTo>
                    <a:lnTo>
                      <a:pt x="38826" y="18010"/>
                    </a:lnTo>
                    <a:cubicBezTo>
                      <a:pt x="38849" y="18055"/>
                      <a:pt x="38895" y="18078"/>
                      <a:pt x="38940" y="18078"/>
                    </a:cubicBezTo>
                    <a:cubicBezTo>
                      <a:pt x="39009" y="18078"/>
                      <a:pt x="39055" y="18055"/>
                      <a:pt x="39077" y="18010"/>
                    </a:cubicBezTo>
                    <a:cubicBezTo>
                      <a:pt x="39169" y="17941"/>
                      <a:pt x="39169" y="17827"/>
                      <a:pt x="39077" y="17736"/>
                    </a:cubicBezTo>
                    <a:lnTo>
                      <a:pt x="213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5"/>
              <p:cNvSpPr/>
              <p:nvPr/>
            </p:nvSpPr>
            <p:spPr>
              <a:xfrm>
                <a:off x="5585500" y="1408375"/>
                <a:ext cx="1529900" cy="580350"/>
              </a:xfrm>
              <a:custGeom>
                <a:rect b="b" l="l" r="r" t="t"/>
                <a:pathLst>
                  <a:path extrusionOk="0" h="23214" w="61196">
                    <a:moveTo>
                      <a:pt x="49121" y="0"/>
                    </a:moveTo>
                    <a:lnTo>
                      <a:pt x="26661" y="22460"/>
                    </a:lnTo>
                    <a:lnTo>
                      <a:pt x="389" y="22460"/>
                    </a:lnTo>
                    <a:cubicBezTo>
                      <a:pt x="161" y="22460"/>
                      <a:pt x="1" y="22620"/>
                      <a:pt x="1" y="22848"/>
                    </a:cubicBezTo>
                    <a:cubicBezTo>
                      <a:pt x="1" y="23054"/>
                      <a:pt x="161" y="23214"/>
                      <a:pt x="389" y="23214"/>
                    </a:cubicBezTo>
                    <a:lnTo>
                      <a:pt x="26980" y="23214"/>
                    </a:lnTo>
                    <a:lnTo>
                      <a:pt x="49441" y="776"/>
                    </a:lnTo>
                    <a:lnTo>
                      <a:pt x="60808" y="776"/>
                    </a:lnTo>
                    <a:cubicBezTo>
                      <a:pt x="61013" y="776"/>
                      <a:pt x="61196" y="594"/>
                      <a:pt x="61196" y="388"/>
                    </a:cubicBezTo>
                    <a:cubicBezTo>
                      <a:pt x="61196" y="183"/>
                      <a:pt x="61013" y="0"/>
                      <a:pt x="608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5"/>
              <p:cNvSpPr/>
              <p:nvPr/>
            </p:nvSpPr>
            <p:spPr>
              <a:xfrm>
                <a:off x="5953000" y="354310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5022" y="1416"/>
                      <a:pt x="5022" y="2694"/>
                    </a:cubicBezTo>
                    <a:cubicBezTo>
                      <a:pt x="5022" y="3949"/>
                      <a:pt x="3972" y="4999"/>
                      <a:pt x="2694" y="4999"/>
                    </a:cubicBezTo>
                    <a:cubicBezTo>
                      <a:pt x="1416" y="4999"/>
                      <a:pt x="388" y="3949"/>
                      <a:pt x="388" y="2694"/>
                    </a:cubicBezTo>
                    <a:cubicBezTo>
                      <a:pt x="388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187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187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5"/>
              <p:cNvSpPr/>
              <p:nvPr/>
            </p:nvSpPr>
            <p:spPr>
              <a:xfrm>
                <a:off x="5976400" y="3566500"/>
                <a:ext cx="87900" cy="8732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58"/>
                    </a:cubicBezTo>
                    <a:cubicBezTo>
                      <a:pt x="0" y="2717"/>
                      <a:pt x="799" y="3493"/>
                      <a:pt x="1758" y="3493"/>
                    </a:cubicBezTo>
                    <a:cubicBezTo>
                      <a:pt x="2739" y="3493"/>
                      <a:pt x="3515" y="2717"/>
                      <a:pt x="3515" y="1758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5"/>
              <p:cNvSpPr/>
              <p:nvPr/>
            </p:nvSpPr>
            <p:spPr>
              <a:xfrm>
                <a:off x="5421175" y="2256325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2"/>
                      <a:pt x="3972" y="5022"/>
                      <a:pt x="2694" y="5022"/>
                    </a:cubicBezTo>
                    <a:cubicBezTo>
                      <a:pt x="1415" y="5022"/>
                      <a:pt x="365" y="3972"/>
                      <a:pt x="365" y="2694"/>
                    </a:cubicBezTo>
                    <a:cubicBezTo>
                      <a:pt x="365" y="1416"/>
                      <a:pt x="1415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5"/>
              <p:cNvSpPr/>
              <p:nvPr/>
            </p:nvSpPr>
            <p:spPr>
              <a:xfrm>
                <a:off x="5444575" y="22797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0"/>
                    </a:moveTo>
                    <a:cubicBezTo>
                      <a:pt x="776" y="0"/>
                      <a:pt x="0" y="799"/>
                      <a:pt x="0" y="1758"/>
                    </a:cubicBezTo>
                    <a:cubicBezTo>
                      <a:pt x="0" y="2739"/>
                      <a:pt x="776" y="3516"/>
                      <a:pt x="1758" y="3516"/>
                    </a:cubicBezTo>
                    <a:cubicBezTo>
                      <a:pt x="2716" y="3516"/>
                      <a:pt x="3515" y="2739"/>
                      <a:pt x="3515" y="1758"/>
                    </a:cubicBezTo>
                    <a:cubicBezTo>
                      <a:pt x="3515" y="799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5"/>
              <p:cNvSpPr/>
              <p:nvPr/>
            </p:nvSpPr>
            <p:spPr>
              <a:xfrm>
                <a:off x="5459400" y="1912225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66"/>
                      <a:pt x="2694" y="366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5"/>
              <p:cNvSpPr/>
              <p:nvPr/>
            </p:nvSpPr>
            <p:spPr>
              <a:xfrm>
                <a:off x="5482800" y="19356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99" y="1"/>
                      <a:pt x="0" y="777"/>
                      <a:pt x="0" y="1758"/>
                    </a:cubicBezTo>
                    <a:cubicBezTo>
                      <a:pt x="0" y="2717"/>
                      <a:pt x="799" y="3516"/>
                      <a:pt x="1758" y="3516"/>
                    </a:cubicBezTo>
                    <a:cubicBezTo>
                      <a:pt x="2739" y="3516"/>
                      <a:pt x="3515" y="2717"/>
                      <a:pt x="3515" y="1758"/>
                    </a:cubicBezTo>
                    <a:cubicBezTo>
                      <a:pt x="3515" y="777"/>
                      <a:pt x="2739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5"/>
              <p:cNvSpPr/>
              <p:nvPr/>
            </p:nvSpPr>
            <p:spPr>
              <a:xfrm>
                <a:off x="4736975" y="1935625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7" y="1"/>
                      <a:pt x="1" y="777"/>
                      <a:pt x="1" y="1758"/>
                    </a:cubicBezTo>
                    <a:cubicBezTo>
                      <a:pt x="1" y="2717"/>
                      <a:pt x="777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5"/>
              <p:cNvSpPr/>
              <p:nvPr/>
            </p:nvSpPr>
            <p:spPr>
              <a:xfrm>
                <a:off x="7044625" y="2632950"/>
                <a:ext cx="87900" cy="87325"/>
              </a:xfrm>
              <a:custGeom>
                <a:rect b="b" l="l" r="r" t="t"/>
                <a:pathLst>
                  <a:path extrusionOk="0" h="3493" w="3516">
                    <a:moveTo>
                      <a:pt x="1758" y="0"/>
                    </a:moveTo>
                    <a:cubicBezTo>
                      <a:pt x="799" y="0"/>
                      <a:pt x="0" y="776"/>
                      <a:pt x="0" y="1735"/>
                    </a:cubicBezTo>
                    <a:cubicBezTo>
                      <a:pt x="0" y="2716"/>
                      <a:pt x="799" y="3493"/>
                      <a:pt x="1758" y="3493"/>
                    </a:cubicBezTo>
                    <a:cubicBezTo>
                      <a:pt x="2739" y="3493"/>
                      <a:pt x="3515" y="2716"/>
                      <a:pt x="3515" y="1735"/>
                    </a:cubicBezTo>
                    <a:cubicBezTo>
                      <a:pt x="3515" y="776"/>
                      <a:pt x="2739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5"/>
              <p:cNvSpPr/>
              <p:nvPr/>
            </p:nvSpPr>
            <p:spPr>
              <a:xfrm>
                <a:off x="4222850" y="1085400"/>
                <a:ext cx="134675" cy="134675"/>
              </a:xfrm>
              <a:custGeom>
                <a:rect b="b" l="l" r="r" t="t"/>
                <a:pathLst>
                  <a:path extrusionOk="0" h="5387" w="5387">
                    <a:moveTo>
                      <a:pt x="2694" y="388"/>
                    </a:moveTo>
                    <a:cubicBezTo>
                      <a:pt x="3972" y="388"/>
                      <a:pt x="5022" y="1415"/>
                      <a:pt x="5022" y="2694"/>
                    </a:cubicBezTo>
                    <a:cubicBezTo>
                      <a:pt x="5022" y="3972"/>
                      <a:pt x="3972" y="4999"/>
                      <a:pt x="2694" y="4999"/>
                    </a:cubicBezTo>
                    <a:cubicBezTo>
                      <a:pt x="1415" y="4999"/>
                      <a:pt x="388" y="3972"/>
                      <a:pt x="388" y="2694"/>
                    </a:cubicBezTo>
                    <a:cubicBezTo>
                      <a:pt x="388" y="1415"/>
                      <a:pt x="1415" y="388"/>
                      <a:pt x="2694" y="388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7"/>
                      <a:pt x="1210" y="5387"/>
                      <a:pt x="2694" y="5387"/>
                    </a:cubicBezTo>
                    <a:cubicBezTo>
                      <a:pt x="4177" y="5387"/>
                      <a:pt x="5387" y="4177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5"/>
              <p:cNvSpPr/>
              <p:nvPr/>
            </p:nvSpPr>
            <p:spPr>
              <a:xfrm>
                <a:off x="4246800" y="1108775"/>
                <a:ext cx="87350" cy="87925"/>
              </a:xfrm>
              <a:custGeom>
                <a:rect b="b" l="l" r="r" t="t"/>
                <a:pathLst>
                  <a:path extrusionOk="0" h="3517" w="3494">
                    <a:moveTo>
                      <a:pt x="1736" y="1"/>
                    </a:moveTo>
                    <a:cubicBezTo>
                      <a:pt x="777" y="1"/>
                      <a:pt x="1" y="800"/>
                      <a:pt x="1" y="1759"/>
                    </a:cubicBezTo>
                    <a:cubicBezTo>
                      <a:pt x="1" y="2717"/>
                      <a:pt x="777" y="3516"/>
                      <a:pt x="1736" y="3516"/>
                    </a:cubicBezTo>
                    <a:cubicBezTo>
                      <a:pt x="2717" y="3516"/>
                      <a:pt x="3493" y="2717"/>
                      <a:pt x="3493" y="1759"/>
                    </a:cubicBezTo>
                    <a:cubicBezTo>
                      <a:pt x="3493" y="800"/>
                      <a:pt x="2717" y="1"/>
                      <a:pt x="17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5"/>
              <p:cNvSpPr/>
              <p:nvPr/>
            </p:nvSpPr>
            <p:spPr>
              <a:xfrm>
                <a:off x="3502700" y="258500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89"/>
                    </a:moveTo>
                    <a:cubicBezTo>
                      <a:pt x="3972" y="389"/>
                      <a:pt x="4999" y="1416"/>
                      <a:pt x="4999" y="2694"/>
                    </a:cubicBezTo>
                    <a:cubicBezTo>
                      <a:pt x="4999" y="3973"/>
                      <a:pt x="3972" y="5000"/>
                      <a:pt x="2694" y="5000"/>
                    </a:cubicBezTo>
                    <a:cubicBezTo>
                      <a:pt x="1416" y="5000"/>
                      <a:pt x="389" y="3973"/>
                      <a:pt x="389" y="2694"/>
                    </a:cubicBezTo>
                    <a:cubicBezTo>
                      <a:pt x="389" y="1416"/>
                      <a:pt x="1416" y="389"/>
                      <a:pt x="2694" y="389"/>
                    </a:cubicBezTo>
                    <a:close/>
                    <a:moveTo>
                      <a:pt x="2694" y="1"/>
                    </a:moveTo>
                    <a:cubicBezTo>
                      <a:pt x="1210" y="1"/>
                      <a:pt x="1" y="1211"/>
                      <a:pt x="1" y="2694"/>
                    </a:cubicBezTo>
                    <a:cubicBezTo>
                      <a:pt x="1" y="4178"/>
                      <a:pt x="1210" y="5388"/>
                      <a:pt x="2694" y="5388"/>
                    </a:cubicBezTo>
                    <a:cubicBezTo>
                      <a:pt x="4178" y="5388"/>
                      <a:pt x="5387" y="4178"/>
                      <a:pt x="5387" y="2694"/>
                    </a:cubicBezTo>
                    <a:cubicBezTo>
                      <a:pt x="5387" y="1211"/>
                      <a:pt x="4178" y="1"/>
                      <a:pt x="2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5"/>
              <p:cNvSpPr/>
              <p:nvPr/>
            </p:nvSpPr>
            <p:spPr>
              <a:xfrm>
                <a:off x="3526100" y="2608400"/>
                <a:ext cx="87900" cy="87900"/>
              </a:xfrm>
              <a:custGeom>
                <a:rect b="b" l="l" r="r" t="t"/>
                <a:pathLst>
                  <a:path extrusionOk="0" h="3516" w="3516">
                    <a:moveTo>
                      <a:pt x="1758" y="1"/>
                    </a:moveTo>
                    <a:cubicBezTo>
                      <a:pt x="776" y="1"/>
                      <a:pt x="0" y="777"/>
                      <a:pt x="0" y="1758"/>
                    </a:cubicBezTo>
                    <a:cubicBezTo>
                      <a:pt x="0" y="2717"/>
                      <a:pt x="776" y="3516"/>
                      <a:pt x="1758" y="3516"/>
                    </a:cubicBezTo>
                    <a:cubicBezTo>
                      <a:pt x="2717" y="3516"/>
                      <a:pt x="3516" y="2717"/>
                      <a:pt x="3516" y="1758"/>
                    </a:cubicBezTo>
                    <a:cubicBezTo>
                      <a:pt x="3516" y="777"/>
                      <a:pt x="2717" y="1"/>
                      <a:pt x="17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35"/>
              <p:cNvSpPr/>
              <p:nvPr/>
            </p:nvSpPr>
            <p:spPr>
              <a:xfrm>
                <a:off x="2281550" y="1156150"/>
                <a:ext cx="134700" cy="134700"/>
              </a:xfrm>
              <a:custGeom>
                <a:rect b="b" l="l" r="r" t="t"/>
                <a:pathLst>
                  <a:path extrusionOk="0" h="5388" w="5388">
                    <a:moveTo>
                      <a:pt x="2694" y="366"/>
                    </a:moveTo>
                    <a:cubicBezTo>
                      <a:pt x="3972" y="366"/>
                      <a:pt x="4999" y="1416"/>
                      <a:pt x="4999" y="2694"/>
                    </a:cubicBezTo>
                    <a:cubicBezTo>
                      <a:pt x="4999" y="3972"/>
                      <a:pt x="3972" y="4999"/>
                      <a:pt x="2694" y="4999"/>
                    </a:cubicBezTo>
                    <a:cubicBezTo>
                      <a:pt x="1416" y="4999"/>
                      <a:pt x="366" y="3972"/>
                      <a:pt x="366" y="2694"/>
                    </a:cubicBezTo>
                    <a:cubicBezTo>
                      <a:pt x="366" y="1416"/>
                      <a:pt x="1416" y="366"/>
                      <a:pt x="2694" y="366"/>
                    </a:cubicBezTo>
                    <a:close/>
                    <a:moveTo>
                      <a:pt x="2694" y="0"/>
                    </a:moveTo>
                    <a:cubicBezTo>
                      <a:pt x="1210" y="0"/>
                      <a:pt x="0" y="1210"/>
                      <a:pt x="0" y="2694"/>
                    </a:cubicBezTo>
                    <a:cubicBezTo>
                      <a:pt x="0" y="4178"/>
                      <a:pt x="1210" y="5387"/>
                      <a:pt x="2694" y="5387"/>
                    </a:cubicBezTo>
                    <a:cubicBezTo>
                      <a:pt x="4177" y="5387"/>
                      <a:pt x="5387" y="4178"/>
                      <a:pt x="5387" y="2694"/>
                    </a:cubicBezTo>
                    <a:cubicBezTo>
                      <a:pt x="5387" y="1210"/>
                      <a:pt x="4177" y="0"/>
                      <a:pt x="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5"/>
              <p:cNvSpPr/>
              <p:nvPr/>
            </p:nvSpPr>
            <p:spPr>
              <a:xfrm>
                <a:off x="2304950" y="1179550"/>
                <a:ext cx="87325" cy="87900"/>
              </a:xfrm>
              <a:custGeom>
                <a:rect b="b" l="l" r="r" t="t"/>
                <a:pathLst>
                  <a:path extrusionOk="0" h="3516" w="3493">
                    <a:moveTo>
                      <a:pt x="1758" y="0"/>
                    </a:moveTo>
                    <a:cubicBezTo>
                      <a:pt x="776" y="0"/>
                      <a:pt x="0" y="776"/>
                      <a:pt x="0" y="1758"/>
                    </a:cubicBezTo>
                    <a:cubicBezTo>
                      <a:pt x="0" y="2717"/>
                      <a:pt x="776" y="3515"/>
                      <a:pt x="1758" y="3515"/>
                    </a:cubicBezTo>
                    <a:cubicBezTo>
                      <a:pt x="2716" y="3515"/>
                      <a:pt x="3493" y="2717"/>
                      <a:pt x="3493" y="1758"/>
                    </a:cubicBezTo>
                    <a:cubicBezTo>
                      <a:pt x="3493" y="776"/>
                      <a:pt x="2716" y="0"/>
                      <a:pt x="1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1577950" y="1004925"/>
                <a:ext cx="94750" cy="94750"/>
              </a:xfrm>
              <a:custGeom>
                <a:rect b="b" l="l" r="r" t="t"/>
                <a:pathLst>
                  <a:path extrusionOk="0" h="3790" w="3790">
                    <a:moveTo>
                      <a:pt x="1895" y="366"/>
                    </a:moveTo>
                    <a:cubicBezTo>
                      <a:pt x="2717" y="366"/>
                      <a:pt x="3402" y="1051"/>
                      <a:pt x="3402" y="1895"/>
                    </a:cubicBezTo>
                    <a:cubicBezTo>
                      <a:pt x="3402" y="2717"/>
                      <a:pt x="2717" y="3402"/>
                      <a:pt x="1895" y="3402"/>
                    </a:cubicBezTo>
                    <a:cubicBezTo>
                      <a:pt x="1051" y="3402"/>
                      <a:pt x="366" y="2717"/>
                      <a:pt x="366" y="1895"/>
                    </a:cubicBezTo>
                    <a:cubicBezTo>
                      <a:pt x="366" y="1051"/>
                      <a:pt x="1051" y="366"/>
                      <a:pt x="1895" y="366"/>
                    </a:cubicBezTo>
                    <a:close/>
                    <a:moveTo>
                      <a:pt x="1895" y="1"/>
                    </a:moveTo>
                    <a:cubicBezTo>
                      <a:pt x="845" y="1"/>
                      <a:pt x="1" y="845"/>
                      <a:pt x="1" y="1895"/>
                    </a:cubicBezTo>
                    <a:cubicBezTo>
                      <a:pt x="1" y="2922"/>
                      <a:pt x="845" y="3790"/>
                      <a:pt x="1895" y="3790"/>
                    </a:cubicBezTo>
                    <a:cubicBezTo>
                      <a:pt x="2922" y="3790"/>
                      <a:pt x="3790" y="2922"/>
                      <a:pt x="3790" y="1895"/>
                    </a:cubicBezTo>
                    <a:cubicBezTo>
                      <a:pt x="3790" y="845"/>
                      <a:pt x="2922" y="1"/>
                      <a:pt x="18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35"/>
              <p:cNvSpPr/>
              <p:nvPr/>
            </p:nvSpPr>
            <p:spPr>
              <a:xfrm>
                <a:off x="1595075" y="1022050"/>
                <a:ext cx="59950" cy="59950"/>
              </a:xfrm>
              <a:custGeom>
                <a:rect b="b" l="l" r="r" t="t"/>
                <a:pathLst>
                  <a:path extrusionOk="0" h="2398" w="2398">
                    <a:moveTo>
                      <a:pt x="1210" y="1"/>
                    </a:moveTo>
                    <a:cubicBezTo>
                      <a:pt x="548" y="1"/>
                      <a:pt x="1" y="548"/>
                      <a:pt x="1" y="1210"/>
                    </a:cubicBezTo>
                    <a:cubicBezTo>
                      <a:pt x="1" y="1872"/>
                      <a:pt x="548" y="2397"/>
                      <a:pt x="1210" y="2397"/>
                    </a:cubicBezTo>
                    <a:cubicBezTo>
                      <a:pt x="1872" y="2397"/>
                      <a:pt x="2397" y="1872"/>
                      <a:pt x="2397" y="1210"/>
                    </a:cubicBezTo>
                    <a:cubicBezTo>
                      <a:pt x="2397" y="548"/>
                      <a:pt x="1872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5"/>
              <p:cNvSpPr/>
              <p:nvPr/>
            </p:nvSpPr>
            <p:spPr>
              <a:xfrm>
                <a:off x="2892125" y="1170425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5"/>
              <p:cNvSpPr/>
              <p:nvPr/>
            </p:nvSpPr>
            <p:spPr>
              <a:xfrm>
                <a:off x="7004675" y="136615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36" y="0"/>
                      <a:pt x="0" y="959"/>
                      <a:pt x="0" y="2123"/>
                    </a:cubicBezTo>
                    <a:cubicBezTo>
                      <a:pt x="0" y="3310"/>
                      <a:pt x="936" y="4246"/>
                      <a:pt x="2123" y="4246"/>
                    </a:cubicBezTo>
                    <a:cubicBezTo>
                      <a:pt x="3287" y="4246"/>
                      <a:pt x="4246" y="3310"/>
                      <a:pt x="4246" y="2123"/>
                    </a:cubicBezTo>
                    <a:cubicBezTo>
                      <a:pt x="4246" y="959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5"/>
              <p:cNvSpPr/>
              <p:nvPr/>
            </p:nvSpPr>
            <p:spPr>
              <a:xfrm>
                <a:off x="6446600" y="2270600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59"/>
                      <a:pt x="0" y="2123"/>
                    </a:cubicBezTo>
                    <a:cubicBezTo>
                      <a:pt x="0" y="3310"/>
                      <a:pt x="959" y="4246"/>
                      <a:pt x="2123" y="4246"/>
                    </a:cubicBezTo>
                    <a:cubicBezTo>
                      <a:pt x="3310" y="4246"/>
                      <a:pt x="4246" y="3310"/>
                      <a:pt x="4246" y="2123"/>
                    </a:cubicBezTo>
                    <a:cubicBezTo>
                      <a:pt x="4246" y="959"/>
                      <a:pt x="3310" y="0"/>
                      <a:pt x="21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35"/>
              <p:cNvSpPr/>
              <p:nvPr/>
            </p:nvSpPr>
            <p:spPr>
              <a:xfrm>
                <a:off x="6258275" y="3300575"/>
                <a:ext cx="69650" cy="69650"/>
              </a:xfrm>
              <a:custGeom>
                <a:rect b="b" l="l" r="r" t="t"/>
                <a:pathLst>
                  <a:path extrusionOk="0" h="2786" w="2786">
                    <a:moveTo>
                      <a:pt x="1393" y="1"/>
                    </a:moveTo>
                    <a:cubicBezTo>
                      <a:pt x="617" y="1"/>
                      <a:pt x="1" y="617"/>
                      <a:pt x="1" y="1393"/>
                    </a:cubicBezTo>
                    <a:cubicBezTo>
                      <a:pt x="1" y="2146"/>
                      <a:pt x="617" y="2786"/>
                      <a:pt x="1393" y="2786"/>
                    </a:cubicBezTo>
                    <a:cubicBezTo>
                      <a:pt x="2169" y="2786"/>
                      <a:pt x="2786" y="2146"/>
                      <a:pt x="2786" y="1393"/>
                    </a:cubicBezTo>
                    <a:cubicBezTo>
                      <a:pt x="2786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5"/>
              <p:cNvSpPr/>
              <p:nvPr/>
            </p:nvSpPr>
            <p:spPr>
              <a:xfrm>
                <a:off x="4746100" y="3030675"/>
                <a:ext cx="69650" cy="69075"/>
              </a:xfrm>
              <a:custGeom>
                <a:rect b="b" l="l" r="r" t="t"/>
                <a:pathLst>
                  <a:path extrusionOk="0" h="2763" w="2786">
                    <a:moveTo>
                      <a:pt x="1393" y="0"/>
                    </a:moveTo>
                    <a:cubicBezTo>
                      <a:pt x="617" y="0"/>
                      <a:pt x="1" y="617"/>
                      <a:pt x="1" y="1393"/>
                    </a:cubicBezTo>
                    <a:cubicBezTo>
                      <a:pt x="1" y="2146"/>
                      <a:pt x="617" y="2762"/>
                      <a:pt x="1393" y="2762"/>
                    </a:cubicBezTo>
                    <a:cubicBezTo>
                      <a:pt x="2169" y="2762"/>
                      <a:pt x="2786" y="2146"/>
                      <a:pt x="2786" y="1393"/>
                    </a:cubicBezTo>
                    <a:cubicBezTo>
                      <a:pt x="2786" y="617"/>
                      <a:pt x="2169" y="0"/>
                      <a:pt x="13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5"/>
              <p:cNvSpPr/>
              <p:nvPr/>
            </p:nvSpPr>
            <p:spPr>
              <a:xfrm>
                <a:off x="5111875" y="1378700"/>
                <a:ext cx="106175" cy="106150"/>
              </a:xfrm>
              <a:custGeom>
                <a:rect b="b" l="l" r="r" t="t"/>
                <a:pathLst>
                  <a:path extrusionOk="0" h="4246" w="4247">
                    <a:moveTo>
                      <a:pt x="2124" y="0"/>
                    </a:moveTo>
                    <a:cubicBezTo>
                      <a:pt x="960" y="0"/>
                      <a:pt x="1" y="959"/>
                      <a:pt x="1" y="2123"/>
                    </a:cubicBezTo>
                    <a:cubicBezTo>
                      <a:pt x="1" y="3310"/>
                      <a:pt x="960" y="4246"/>
                      <a:pt x="2124" y="4246"/>
                    </a:cubicBezTo>
                    <a:cubicBezTo>
                      <a:pt x="3288" y="4246"/>
                      <a:pt x="4246" y="3310"/>
                      <a:pt x="4246" y="2123"/>
                    </a:cubicBezTo>
                    <a:cubicBezTo>
                      <a:pt x="4246" y="959"/>
                      <a:pt x="3288" y="0"/>
                      <a:pt x="21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5"/>
              <p:cNvSpPr/>
              <p:nvPr/>
            </p:nvSpPr>
            <p:spPr>
              <a:xfrm>
                <a:off x="5692225" y="1404950"/>
                <a:ext cx="75350" cy="74775"/>
              </a:xfrm>
              <a:custGeom>
                <a:rect b="b" l="l" r="r" t="t"/>
                <a:pathLst>
                  <a:path extrusionOk="0" h="2991" w="3014">
                    <a:moveTo>
                      <a:pt x="1507" y="0"/>
                    </a:moveTo>
                    <a:cubicBezTo>
                      <a:pt x="685" y="0"/>
                      <a:pt x="0" y="662"/>
                      <a:pt x="0" y="1507"/>
                    </a:cubicBezTo>
                    <a:cubicBezTo>
                      <a:pt x="0" y="2328"/>
                      <a:pt x="685" y="2990"/>
                      <a:pt x="1507" y="2990"/>
                    </a:cubicBezTo>
                    <a:cubicBezTo>
                      <a:pt x="2328" y="2990"/>
                      <a:pt x="3013" y="2328"/>
                      <a:pt x="3013" y="1507"/>
                    </a:cubicBezTo>
                    <a:cubicBezTo>
                      <a:pt x="3013" y="662"/>
                      <a:pt x="2328" y="0"/>
                      <a:pt x="15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5"/>
              <p:cNvSpPr/>
              <p:nvPr/>
            </p:nvSpPr>
            <p:spPr>
              <a:xfrm>
                <a:off x="5821750" y="1469425"/>
                <a:ext cx="79350" cy="79350"/>
              </a:xfrm>
              <a:custGeom>
                <a:rect b="b" l="l" r="r" t="t"/>
                <a:pathLst>
                  <a:path extrusionOk="0" h="3174" w="3174">
                    <a:moveTo>
                      <a:pt x="1598" y="1"/>
                    </a:moveTo>
                    <a:cubicBezTo>
                      <a:pt x="708" y="1"/>
                      <a:pt x="1" y="708"/>
                      <a:pt x="1" y="1575"/>
                    </a:cubicBezTo>
                    <a:cubicBezTo>
                      <a:pt x="1" y="2466"/>
                      <a:pt x="708" y="3173"/>
                      <a:pt x="1598" y="3173"/>
                    </a:cubicBezTo>
                    <a:cubicBezTo>
                      <a:pt x="2466" y="3173"/>
                      <a:pt x="3173" y="2466"/>
                      <a:pt x="3173" y="1575"/>
                    </a:cubicBezTo>
                    <a:cubicBezTo>
                      <a:pt x="3173" y="708"/>
                      <a:pt x="2466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5"/>
              <p:cNvSpPr/>
              <p:nvPr/>
            </p:nvSpPr>
            <p:spPr>
              <a:xfrm>
                <a:off x="3572900" y="2384150"/>
                <a:ext cx="139825" cy="139250"/>
              </a:xfrm>
              <a:custGeom>
                <a:rect b="b" l="l" r="r" t="t"/>
                <a:pathLst>
                  <a:path extrusionOk="0" h="5570" w="5593">
                    <a:moveTo>
                      <a:pt x="2808" y="0"/>
                    </a:moveTo>
                    <a:cubicBezTo>
                      <a:pt x="1255" y="0"/>
                      <a:pt x="0" y="1233"/>
                      <a:pt x="0" y="2785"/>
                    </a:cubicBezTo>
                    <a:cubicBezTo>
                      <a:pt x="0" y="4314"/>
                      <a:pt x="1255" y="5570"/>
                      <a:pt x="2808" y="5570"/>
                    </a:cubicBezTo>
                    <a:cubicBezTo>
                      <a:pt x="4337" y="5570"/>
                      <a:pt x="5592" y="4314"/>
                      <a:pt x="5592" y="2785"/>
                    </a:cubicBezTo>
                    <a:cubicBezTo>
                      <a:pt x="5592" y="1233"/>
                      <a:pt x="4337" y="0"/>
                      <a:pt x="28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5"/>
              <p:cNvSpPr/>
              <p:nvPr/>
            </p:nvSpPr>
            <p:spPr>
              <a:xfrm>
                <a:off x="5419450" y="2995300"/>
                <a:ext cx="139825" cy="139825"/>
              </a:xfrm>
              <a:custGeom>
                <a:rect b="b" l="l" r="r" t="t"/>
                <a:pathLst>
                  <a:path extrusionOk="0" h="5593" w="5593">
                    <a:moveTo>
                      <a:pt x="2785" y="0"/>
                    </a:moveTo>
                    <a:cubicBezTo>
                      <a:pt x="1256" y="0"/>
                      <a:pt x="1" y="1256"/>
                      <a:pt x="1" y="2808"/>
                    </a:cubicBezTo>
                    <a:cubicBezTo>
                      <a:pt x="1" y="4337"/>
                      <a:pt x="1256" y="5592"/>
                      <a:pt x="2785" y="5592"/>
                    </a:cubicBezTo>
                    <a:cubicBezTo>
                      <a:pt x="4338" y="5592"/>
                      <a:pt x="5593" y="4337"/>
                      <a:pt x="5593" y="2808"/>
                    </a:cubicBezTo>
                    <a:cubicBezTo>
                      <a:pt x="5593" y="1256"/>
                      <a:pt x="4338" y="0"/>
                      <a:pt x="27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35"/>
              <p:cNvSpPr/>
              <p:nvPr/>
            </p:nvSpPr>
            <p:spPr>
              <a:xfrm>
                <a:off x="3311550" y="1787275"/>
                <a:ext cx="65075" cy="65075"/>
              </a:xfrm>
              <a:custGeom>
                <a:rect b="b" l="l" r="r" t="t"/>
                <a:pathLst>
                  <a:path extrusionOk="0" h="2603" w="2603">
                    <a:moveTo>
                      <a:pt x="1301" y="0"/>
                    </a:moveTo>
                    <a:cubicBezTo>
                      <a:pt x="594" y="0"/>
                      <a:pt x="0" y="571"/>
                      <a:pt x="0" y="1301"/>
                    </a:cubicBezTo>
                    <a:cubicBezTo>
                      <a:pt x="0" y="2009"/>
                      <a:pt x="594" y="2602"/>
                      <a:pt x="1301" y="2602"/>
                    </a:cubicBezTo>
                    <a:cubicBezTo>
                      <a:pt x="2009" y="2602"/>
                      <a:pt x="2602" y="2009"/>
                      <a:pt x="2602" y="1301"/>
                    </a:cubicBezTo>
                    <a:cubicBezTo>
                      <a:pt x="2602" y="571"/>
                      <a:pt x="2009" y="0"/>
                      <a:pt x="1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35"/>
              <p:cNvSpPr/>
              <p:nvPr/>
            </p:nvSpPr>
            <p:spPr>
              <a:xfrm>
                <a:off x="3501550" y="1519075"/>
                <a:ext cx="143825" cy="144400"/>
              </a:xfrm>
              <a:custGeom>
                <a:rect b="b" l="l" r="r" t="t"/>
                <a:pathLst>
                  <a:path extrusionOk="0" h="5776" w="5753">
                    <a:moveTo>
                      <a:pt x="2877" y="388"/>
                    </a:moveTo>
                    <a:cubicBezTo>
                      <a:pt x="4246" y="388"/>
                      <a:pt x="5388" y="1507"/>
                      <a:pt x="5388" y="2899"/>
                    </a:cubicBezTo>
                    <a:cubicBezTo>
                      <a:pt x="5388" y="4269"/>
                      <a:pt x="4246" y="5410"/>
                      <a:pt x="2877" y="5410"/>
                    </a:cubicBezTo>
                    <a:cubicBezTo>
                      <a:pt x="1485" y="5410"/>
                      <a:pt x="366" y="4269"/>
                      <a:pt x="366" y="2899"/>
                    </a:cubicBezTo>
                    <a:cubicBezTo>
                      <a:pt x="366" y="1507"/>
                      <a:pt x="1485" y="388"/>
                      <a:pt x="2877" y="388"/>
                    </a:cubicBezTo>
                    <a:close/>
                    <a:moveTo>
                      <a:pt x="2877" y="0"/>
                    </a:moveTo>
                    <a:cubicBezTo>
                      <a:pt x="1279" y="0"/>
                      <a:pt x="1" y="1301"/>
                      <a:pt x="1" y="2899"/>
                    </a:cubicBezTo>
                    <a:cubicBezTo>
                      <a:pt x="1" y="4497"/>
                      <a:pt x="1279" y="5775"/>
                      <a:pt x="2877" y="5775"/>
                    </a:cubicBezTo>
                    <a:cubicBezTo>
                      <a:pt x="4475" y="5775"/>
                      <a:pt x="5753" y="4497"/>
                      <a:pt x="5753" y="2899"/>
                    </a:cubicBezTo>
                    <a:cubicBezTo>
                      <a:pt x="5753" y="1301"/>
                      <a:pt x="4475" y="0"/>
                      <a:pt x="28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5"/>
              <p:cNvSpPr/>
              <p:nvPr/>
            </p:nvSpPr>
            <p:spPr>
              <a:xfrm>
                <a:off x="3526675" y="1544750"/>
                <a:ext cx="93600" cy="93050"/>
              </a:xfrm>
              <a:custGeom>
                <a:rect b="b" l="l" r="r" t="t"/>
                <a:pathLst>
                  <a:path extrusionOk="0" h="3722" w="3744">
                    <a:moveTo>
                      <a:pt x="1872" y="0"/>
                    </a:moveTo>
                    <a:cubicBezTo>
                      <a:pt x="845" y="0"/>
                      <a:pt x="0" y="845"/>
                      <a:pt x="0" y="1872"/>
                    </a:cubicBezTo>
                    <a:cubicBezTo>
                      <a:pt x="0" y="2899"/>
                      <a:pt x="845" y="3721"/>
                      <a:pt x="1872" y="3721"/>
                    </a:cubicBezTo>
                    <a:cubicBezTo>
                      <a:pt x="2899" y="3721"/>
                      <a:pt x="3744" y="2899"/>
                      <a:pt x="3744" y="1872"/>
                    </a:cubicBezTo>
                    <a:cubicBezTo>
                      <a:pt x="3744" y="845"/>
                      <a:pt x="2899" y="0"/>
                      <a:pt x="18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5"/>
              <p:cNvSpPr/>
              <p:nvPr/>
            </p:nvSpPr>
            <p:spPr>
              <a:xfrm>
                <a:off x="1930050" y="1563575"/>
                <a:ext cx="106150" cy="106175"/>
              </a:xfrm>
              <a:custGeom>
                <a:rect b="b" l="l" r="r" t="t"/>
                <a:pathLst>
                  <a:path extrusionOk="0" h="4247" w="4246">
                    <a:moveTo>
                      <a:pt x="2123" y="1"/>
                    </a:moveTo>
                    <a:cubicBezTo>
                      <a:pt x="959" y="1"/>
                      <a:pt x="0" y="937"/>
                      <a:pt x="0" y="2123"/>
                    </a:cubicBezTo>
                    <a:cubicBezTo>
                      <a:pt x="0" y="3288"/>
                      <a:pt x="959" y="4246"/>
                      <a:pt x="2123" y="4246"/>
                    </a:cubicBezTo>
                    <a:cubicBezTo>
                      <a:pt x="3310" y="4246"/>
                      <a:pt x="4246" y="3288"/>
                      <a:pt x="4246" y="2123"/>
                    </a:cubicBezTo>
                    <a:cubicBezTo>
                      <a:pt x="4246" y="937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5"/>
              <p:cNvSpPr/>
              <p:nvPr/>
            </p:nvSpPr>
            <p:spPr>
              <a:xfrm>
                <a:off x="1621325" y="1563575"/>
                <a:ext cx="106175" cy="106175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36" y="1"/>
                      <a:pt x="1" y="937"/>
                      <a:pt x="1" y="2123"/>
                    </a:cubicBezTo>
                    <a:cubicBezTo>
                      <a:pt x="1" y="3288"/>
                      <a:pt x="936" y="4246"/>
                      <a:pt x="2123" y="4246"/>
                    </a:cubicBezTo>
                    <a:cubicBezTo>
                      <a:pt x="3287" y="4246"/>
                      <a:pt x="4246" y="3288"/>
                      <a:pt x="4246" y="2123"/>
                    </a:cubicBezTo>
                    <a:cubicBezTo>
                      <a:pt x="4246" y="937"/>
                      <a:pt x="3287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5"/>
              <p:cNvSpPr/>
              <p:nvPr/>
            </p:nvSpPr>
            <p:spPr>
              <a:xfrm>
                <a:off x="944550" y="1765575"/>
                <a:ext cx="106175" cy="106175"/>
              </a:xfrm>
              <a:custGeom>
                <a:rect b="b" l="l" r="r" t="t"/>
                <a:pathLst>
                  <a:path extrusionOk="0" h="4247" w="4247">
                    <a:moveTo>
                      <a:pt x="2123" y="1"/>
                    </a:moveTo>
                    <a:cubicBezTo>
                      <a:pt x="959" y="1"/>
                      <a:pt x="1" y="960"/>
                      <a:pt x="1" y="2124"/>
                    </a:cubicBezTo>
                    <a:cubicBezTo>
                      <a:pt x="1" y="3311"/>
                      <a:pt x="959" y="4246"/>
                      <a:pt x="2123" y="4246"/>
                    </a:cubicBezTo>
                    <a:cubicBezTo>
                      <a:pt x="3310" y="4246"/>
                      <a:pt x="4246" y="3311"/>
                      <a:pt x="4246" y="2124"/>
                    </a:cubicBezTo>
                    <a:cubicBezTo>
                      <a:pt x="4246" y="960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5"/>
              <p:cNvSpPr/>
              <p:nvPr/>
            </p:nvSpPr>
            <p:spPr>
              <a:xfrm>
                <a:off x="496050" y="1323925"/>
                <a:ext cx="106150" cy="106150"/>
              </a:xfrm>
              <a:custGeom>
                <a:rect b="b" l="l" r="r" t="t"/>
                <a:pathLst>
                  <a:path extrusionOk="0" h="4246" w="4246">
                    <a:moveTo>
                      <a:pt x="2123" y="0"/>
                    </a:moveTo>
                    <a:cubicBezTo>
                      <a:pt x="959" y="0"/>
                      <a:pt x="0" y="936"/>
                      <a:pt x="0" y="2123"/>
                    </a:cubicBezTo>
                    <a:cubicBezTo>
                      <a:pt x="0" y="3287"/>
                      <a:pt x="959" y="4246"/>
                      <a:pt x="2123" y="4246"/>
                    </a:cubicBezTo>
                    <a:cubicBezTo>
                      <a:pt x="3287" y="4246"/>
                      <a:pt x="4246" y="3287"/>
                      <a:pt x="4246" y="2123"/>
                    </a:cubicBezTo>
                    <a:cubicBezTo>
                      <a:pt x="4246" y="936"/>
                      <a:pt x="3287" y="0"/>
                      <a:pt x="21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5"/>
              <p:cNvSpPr/>
              <p:nvPr/>
            </p:nvSpPr>
            <p:spPr>
              <a:xfrm>
                <a:off x="3168300" y="1186975"/>
                <a:ext cx="72500" cy="73050"/>
              </a:xfrm>
              <a:custGeom>
                <a:rect b="b" l="l" r="r" t="t"/>
                <a:pathLst>
                  <a:path extrusionOk="0" h="2922" w="2900">
                    <a:moveTo>
                      <a:pt x="1462" y="0"/>
                    </a:moveTo>
                    <a:cubicBezTo>
                      <a:pt x="640" y="0"/>
                      <a:pt x="1" y="639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1" y="2922"/>
                      <a:pt x="2900" y="2260"/>
                      <a:pt x="2900" y="1461"/>
                    </a:cubicBezTo>
                    <a:cubicBezTo>
                      <a:pt x="2900" y="639"/>
                      <a:pt x="2261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5"/>
              <p:cNvSpPr/>
              <p:nvPr/>
            </p:nvSpPr>
            <p:spPr>
              <a:xfrm>
                <a:off x="1238425" y="1362725"/>
                <a:ext cx="73075" cy="73050"/>
              </a:xfrm>
              <a:custGeom>
                <a:rect b="b" l="l" r="r" t="t"/>
                <a:pathLst>
                  <a:path extrusionOk="0" h="2922" w="2923">
                    <a:moveTo>
                      <a:pt x="1462" y="0"/>
                    </a:moveTo>
                    <a:cubicBezTo>
                      <a:pt x="640" y="0"/>
                      <a:pt x="1" y="662"/>
                      <a:pt x="1" y="1461"/>
                    </a:cubicBezTo>
                    <a:cubicBezTo>
                      <a:pt x="1" y="2260"/>
                      <a:pt x="640" y="2922"/>
                      <a:pt x="1462" y="2922"/>
                    </a:cubicBezTo>
                    <a:cubicBezTo>
                      <a:pt x="2260" y="2922"/>
                      <a:pt x="2922" y="2260"/>
                      <a:pt x="2922" y="1461"/>
                    </a:cubicBezTo>
                    <a:cubicBezTo>
                      <a:pt x="2922" y="662"/>
                      <a:pt x="2260" y="0"/>
                      <a:pt x="14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5"/>
              <p:cNvSpPr/>
              <p:nvPr/>
            </p:nvSpPr>
            <p:spPr>
              <a:xfrm>
                <a:off x="2281550" y="832600"/>
                <a:ext cx="2995850" cy="9725"/>
              </a:xfrm>
              <a:custGeom>
                <a:rect b="b" l="l" r="r" t="t"/>
                <a:pathLst>
                  <a:path extrusionOk="0" h="389" w="119834">
                    <a:moveTo>
                      <a:pt x="183" y="1"/>
                    </a:moveTo>
                    <a:cubicBezTo>
                      <a:pt x="69" y="1"/>
                      <a:pt x="0" y="92"/>
                      <a:pt x="0" y="183"/>
                    </a:cubicBezTo>
                    <a:cubicBezTo>
                      <a:pt x="0" y="297"/>
                      <a:pt x="69" y="389"/>
                      <a:pt x="183" y="389"/>
                    </a:cubicBezTo>
                    <a:lnTo>
                      <a:pt x="119628" y="389"/>
                    </a:lnTo>
                    <a:cubicBezTo>
                      <a:pt x="119742" y="389"/>
                      <a:pt x="119833" y="297"/>
                      <a:pt x="119833" y="183"/>
                    </a:cubicBezTo>
                    <a:cubicBezTo>
                      <a:pt x="119833" y="92"/>
                      <a:pt x="119742" y="1"/>
                      <a:pt x="1196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5"/>
              <p:cNvSpPr/>
              <p:nvPr/>
            </p:nvSpPr>
            <p:spPr>
              <a:xfrm>
                <a:off x="2222775" y="800650"/>
                <a:ext cx="73075" cy="73050"/>
              </a:xfrm>
              <a:custGeom>
                <a:rect b="b" l="l" r="r" t="t"/>
                <a:pathLst>
                  <a:path extrusionOk="0" h="2922" w="2923">
                    <a:moveTo>
                      <a:pt x="1461" y="0"/>
                    </a:moveTo>
                    <a:cubicBezTo>
                      <a:pt x="640" y="0"/>
                      <a:pt x="0" y="662"/>
                      <a:pt x="0" y="1461"/>
                    </a:cubicBezTo>
                    <a:cubicBezTo>
                      <a:pt x="0" y="2283"/>
                      <a:pt x="640" y="2922"/>
                      <a:pt x="1461" y="2922"/>
                    </a:cubicBezTo>
                    <a:cubicBezTo>
                      <a:pt x="2260" y="2922"/>
                      <a:pt x="2922" y="2283"/>
                      <a:pt x="2922" y="1461"/>
                    </a:cubicBezTo>
                    <a:cubicBezTo>
                      <a:pt x="2922" y="662"/>
                      <a:pt x="2260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5"/>
              <p:cNvSpPr/>
              <p:nvPr/>
            </p:nvSpPr>
            <p:spPr>
              <a:xfrm>
                <a:off x="5235725" y="800650"/>
                <a:ext cx="73050" cy="73050"/>
              </a:xfrm>
              <a:custGeom>
                <a:rect b="b" l="l" r="r" t="t"/>
                <a:pathLst>
                  <a:path extrusionOk="0" h="2922" w="2922">
                    <a:moveTo>
                      <a:pt x="1461" y="0"/>
                    </a:moveTo>
                    <a:cubicBezTo>
                      <a:pt x="662" y="0"/>
                      <a:pt x="0" y="662"/>
                      <a:pt x="0" y="1461"/>
                    </a:cubicBezTo>
                    <a:cubicBezTo>
                      <a:pt x="0" y="2283"/>
                      <a:pt x="662" y="2922"/>
                      <a:pt x="1461" y="2922"/>
                    </a:cubicBezTo>
                    <a:cubicBezTo>
                      <a:pt x="2283" y="2922"/>
                      <a:pt x="2922" y="2283"/>
                      <a:pt x="2922" y="1461"/>
                    </a:cubicBezTo>
                    <a:cubicBezTo>
                      <a:pt x="2922" y="662"/>
                      <a:pt x="2283" y="0"/>
                      <a:pt x="14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5"/>
              <p:cNvSpPr/>
              <p:nvPr/>
            </p:nvSpPr>
            <p:spPr>
              <a:xfrm>
                <a:off x="5732175" y="319450"/>
                <a:ext cx="1118450" cy="1117475"/>
              </a:xfrm>
              <a:custGeom>
                <a:rect b="b" l="l" r="r" t="t"/>
                <a:pathLst>
                  <a:path extrusionOk="0" h="44699" w="44738">
                    <a:moveTo>
                      <a:pt x="44532" y="1"/>
                    </a:moveTo>
                    <a:cubicBezTo>
                      <a:pt x="44481" y="1"/>
                      <a:pt x="44430" y="18"/>
                      <a:pt x="44395" y="52"/>
                    </a:cubicBezTo>
                    <a:lnTo>
                      <a:pt x="91" y="44356"/>
                    </a:lnTo>
                    <a:cubicBezTo>
                      <a:pt x="0" y="44447"/>
                      <a:pt x="0" y="44562"/>
                      <a:pt x="91" y="44630"/>
                    </a:cubicBezTo>
                    <a:cubicBezTo>
                      <a:pt x="114" y="44676"/>
                      <a:pt x="160" y="44699"/>
                      <a:pt x="228" y="44699"/>
                    </a:cubicBezTo>
                    <a:cubicBezTo>
                      <a:pt x="274" y="44699"/>
                      <a:pt x="320" y="44676"/>
                      <a:pt x="342" y="44630"/>
                    </a:cubicBezTo>
                    <a:lnTo>
                      <a:pt x="44669" y="326"/>
                    </a:lnTo>
                    <a:cubicBezTo>
                      <a:pt x="44738" y="258"/>
                      <a:pt x="44738" y="121"/>
                      <a:pt x="44669" y="52"/>
                    </a:cubicBezTo>
                    <a:cubicBezTo>
                      <a:pt x="44635" y="18"/>
                      <a:pt x="44584" y="1"/>
                      <a:pt x="4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5"/>
              <p:cNvSpPr/>
              <p:nvPr/>
            </p:nvSpPr>
            <p:spPr>
              <a:xfrm>
                <a:off x="5870250" y="381100"/>
                <a:ext cx="1118475" cy="1117450"/>
              </a:xfrm>
              <a:custGeom>
                <a:rect b="b" l="l" r="r" t="t"/>
                <a:pathLst>
                  <a:path extrusionOk="0" h="44698" w="44739">
                    <a:moveTo>
                      <a:pt x="44522" y="0"/>
                    </a:moveTo>
                    <a:cubicBezTo>
                      <a:pt x="44476" y="0"/>
                      <a:pt x="44430" y="17"/>
                      <a:pt x="44396" y="51"/>
                    </a:cubicBezTo>
                    <a:lnTo>
                      <a:pt x="69" y="44378"/>
                    </a:lnTo>
                    <a:cubicBezTo>
                      <a:pt x="1" y="44447"/>
                      <a:pt x="1" y="44561"/>
                      <a:pt x="69" y="44629"/>
                    </a:cubicBezTo>
                    <a:cubicBezTo>
                      <a:pt x="115" y="44675"/>
                      <a:pt x="161" y="44698"/>
                      <a:pt x="206" y="44698"/>
                    </a:cubicBezTo>
                    <a:cubicBezTo>
                      <a:pt x="252" y="44698"/>
                      <a:pt x="298" y="44675"/>
                      <a:pt x="343" y="44629"/>
                    </a:cubicBezTo>
                    <a:lnTo>
                      <a:pt x="44647" y="325"/>
                    </a:lnTo>
                    <a:cubicBezTo>
                      <a:pt x="44738" y="257"/>
                      <a:pt x="44738" y="120"/>
                      <a:pt x="44647" y="51"/>
                    </a:cubicBezTo>
                    <a:cubicBezTo>
                      <a:pt x="44613" y="17"/>
                      <a:pt x="44567" y="0"/>
                      <a:pt x="44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5"/>
              <p:cNvSpPr/>
              <p:nvPr/>
            </p:nvSpPr>
            <p:spPr>
              <a:xfrm>
                <a:off x="4775775" y="1974875"/>
                <a:ext cx="2300825" cy="706600"/>
              </a:xfrm>
              <a:custGeom>
                <a:rect b="b" l="l" r="r" t="t"/>
                <a:pathLst>
                  <a:path extrusionOk="0" h="28264" w="92033">
                    <a:moveTo>
                      <a:pt x="206" y="0"/>
                    </a:moveTo>
                    <a:cubicBezTo>
                      <a:pt x="155" y="0"/>
                      <a:pt x="104" y="17"/>
                      <a:pt x="69" y="51"/>
                    </a:cubicBezTo>
                    <a:cubicBezTo>
                      <a:pt x="1" y="120"/>
                      <a:pt x="1" y="234"/>
                      <a:pt x="69" y="325"/>
                    </a:cubicBezTo>
                    <a:lnTo>
                      <a:pt x="28007" y="28263"/>
                    </a:lnTo>
                    <a:lnTo>
                      <a:pt x="91850" y="28263"/>
                    </a:lnTo>
                    <a:cubicBezTo>
                      <a:pt x="91941" y="28263"/>
                      <a:pt x="92032" y="28172"/>
                      <a:pt x="92032" y="28058"/>
                    </a:cubicBezTo>
                    <a:cubicBezTo>
                      <a:pt x="92032" y="27967"/>
                      <a:pt x="91941" y="27875"/>
                      <a:pt x="91850" y="27875"/>
                    </a:cubicBezTo>
                    <a:lnTo>
                      <a:pt x="28167" y="27875"/>
                    </a:lnTo>
                    <a:lnTo>
                      <a:pt x="343" y="51"/>
                    </a:lnTo>
                    <a:cubicBezTo>
                      <a:pt x="309" y="17"/>
                      <a:pt x="258" y="0"/>
                      <a:pt x="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5"/>
              <p:cNvSpPr/>
              <p:nvPr/>
            </p:nvSpPr>
            <p:spPr>
              <a:xfrm>
                <a:off x="3518100" y="2023500"/>
                <a:ext cx="149550" cy="93050"/>
              </a:xfrm>
              <a:custGeom>
                <a:rect b="b" l="l" r="r" t="t"/>
                <a:pathLst>
                  <a:path extrusionOk="0" h="3722" w="5982">
                    <a:moveTo>
                      <a:pt x="1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5"/>
              <p:cNvSpPr/>
              <p:nvPr/>
            </p:nvSpPr>
            <p:spPr>
              <a:xfrm>
                <a:off x="3630525" y="2023500"/>
                <a:ext cx="148950" cy="93050"/>
              </a:xfrm>
              <a:custGeom>
                <a:rect b="b" l="l" r="r" t="t"/>
                <a:pathLst>
                  <a:path extrusionOk="0" h="3722" w="5958">
                    <a:moveTo>
                      <a:pt x="0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5"/>
              <p:cNvSpPr/>
              <p:nvPr/>
            </p:nvSpPr>
            <p:spPr>
              <a:xfrm>
                <a:off x="374237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584" y="3721"/>
                    </a:lnTo>
                    <a:lnTo>
                      <a:pt x="5980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5"/>
              <p:cNvSpPr/>
              <p:nvPr/>
            </p:nvSpPr>
            <p:spPr>
              <a:xfrm>
                <a:off x="3854775" y="2023500"/>
                <a:ext cx="148975" cy="93050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5"/>
              <p:cNvSpPr/>
              <p:nvPr/>
            </p:nvSpPr>
            <p:spPr>
              <a:xfrm>
                <a:off x="3966625" y="2023500"/>
                <a:ext cx="148950" cy="93050"/>
              </a:xfrm>
              <a:custGeom>
                <a:rect b="b" l="l" r="r" t="t"/>
                <a:pathLst>
                  <a:path extrusionOk="0" h="3722" w="5958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5"/>
              <p:cNvSpPr/>
              <p:nvPr/>
            </p:nvSpPr>
            <p:spPr>
              <a:xfrm>
                <a:off x="407847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0" y="1"/>
                    </a:moveTo>
                    <a:lnTo>
                      <a:pt x="3607" y="3721"/>
                    </a:lnTo>
                    <a:lnTo>
                      <a:pt x="5981" y="3721"/>
                    </a:lnTo>
                    <a:lnTo>
                      <a:pt x="239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35"/>
              <p:cNvSpPr/>
              <p:nvPr/>
            </p:nvSpPr>
            <p:spPr>
              <a:xfrm>
                <a:off x="4190875" y="2023500"/>
                <a:ext cx="148975" cy="93050"/>
              </a:xfrm>
              <a:custGeom>
                <a:rect b="b" l="l" r="r" t="t"/>
                <a:pathLst>
                  <a:path extrusionOk="0" h="3722" w="5959">
                    <a:moveTo>
                      <a:pt x="1" y="1"/>
                    </a:moveTo>
                    <a:lnTo>
                      <a:pt x="3584" y="3721"/>
                    </a:lnTo>
                    <a:lnTo>
                      <a:pt x="5958" y="3721"/>
                    </a:lnTo>
                    <a:lnTo>
                      <a:pt x="23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5"/>
              <p:cNvSpPr/>
              <p:nvPr/>
            </p:nvSpPr>
            <p:spPr>
              <a:xfrm>
                <a:off x="4302725" y="2023500"/>
                <a:ext cx="149525" cy="93050"/>
              </a:xfrm>
              <a:custGeom>
                <a:rect b="b" l="l" r="r" t="t"/>
                <a:pathLst>
                  <a:path extrusionOk="0" h="3722" w="5981">
                    <a:moveTo>
                      <a:pt x="1" y="1"/>
                    </a:moveTo>
                    <a:lnTo>
                      <a:pt x="3584" y="3721"/>
                    </a:lnTo>
                    <a:lnTo>
                      <a:pt x="5981" y="3721"/>
                    </a:lnTo>
                    <a:lnTo>
                      <a:pt x="23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5"/>
              <p:cNvSpPr/>
              <p:nvPr/>
            </p:nvSpPr>
            <p:spPr>
              <a:xfrm>
                <a:off x="2718075" y="28001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5"/>
              <p:cNvSpPr/>
              <p:nvPr/>
            </p:nvSpPr>
            <p:spPr>
              <a:xfrm>
                <a:off x="29258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0" y="6916"/>
                    </a:lnTo>
                    <a:lnTo>
                      <a:pt x="44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35"/>
              <p:cNvSpPr/>
              <p:nvPr/>
            </p:nvSpPr>
            <p:spPr>
              <a:xfrm>
                <a:off x="31335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5"/>
              <p:cNvSpPr/>
              <p:nvPr/>
            </p:nvSpPr>
            <p:spPr>
              <a:xfrm>
                <a:off x="3341775" y="28001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1" y="0"/>
                    </a:moveTo>
                    <a:lnTo>
                      <a:pt x="6643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35"/>
              <p:cNvSpPr/>
              <p:nvPr/>
            </p:nvSpPr>
            <p:spPr>
              <a:xfrm>
                <a:off x="35495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0" y="0"/>
                    </a:moveTo>
                    <a:lnTo>
                      <a:pt x="6665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35"/>
              <p:cNvSpPr/>
              <p:nvPr/>
            </p:nvSpPr>
            <p:spPr>
              <a:xfrm>
                <a:off x="3757200" y="28001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1" y="0"/>
                    </a:moveTo>
                    <a:lnTo>
                      <a:pt x="6666" y="6916"/>
                    </a:lnTo>
                    <a:lnTo>
                      <a:pt x="11071" y="6916"/>
                    </a:lnTo>
                    <a:lnTo>
                      <a:pt x="44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35"/>
              <p:cNvSpPr/>
              <p:nvPr/>
            </p:nvSpPr>
            <p:spPr>
              <a:xfrm>
                <a:off x="6113925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35"/>
              <p:cNvSpPr/>
              <p:nvPr/>
            </p:nvSpPr>
            <p:spPr>
              <a:xfrm>
                <a:off x="5906200" y="4354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35"/>
              <p:cNvSpPr/>
              <p:nvPr/>
            </p:nvSpPr>
            <p:spPr>
              <a:xfrm>
                <a:off x="56985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43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35"/>
              <p:cNvSpPr/>
              <p:nvPr/>
            </p:nvSpPr>
            <p:spPr>
              <a:xfrm>
                <a:off x="5490225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28" y="6916"/>
                    </a:lnTo>
                    <a:lnTo>
                      <a:pt x="110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5"/>
              <p:cNvSpPr/>
              <p:nvPr/>
            </p:nvSpPr>
            <p:spPr>
              <a:xfrm>
                <a:off x="52825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35"/>
              <p:cNvSpPr/>
              <p:nvPr/>
            </p:nvSpPr>
            <p:spPr>
              <a:xfrm>
                <a:off x="50748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5" y="0"/>
                    </a:moveTo>
                    <a:lnTo>
                      <a:pt x="0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5"/>
              <p:cNvSpPr/>
              <p:nvPr/>
            </p:nvSpPr>
            <p:spPr>
              <a:xfrm>
                <a:off x="4867075" y="435450"/>
                <a:ext cx="276800" cy="172925"/>
              </a:xfrm>
              <a:custGeom>
                <a:rect b="b" l="l" r="r" t="t"/>
                <a:pathLst>
                  <a:path extrusionOk="0" h="6917" w="11072">
                    <a:moveTo>
                      <a:pt x="6643" y="0"/>
                    </a:moveTo>
                    <a:lnTo>
                      <a:pt x="1" y="6916"/>
                    </a:lnTo>
                    <a:lnTo>
                      <a:pt x="4406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5"/>
              <p:cNvSpPr/>
              <p:nvPr/>
            </p:nvSpPr>
            <p:spPr>
              <a:xfrm>
                <a:off x="4658800" y="435450"/>
                <a:ext cx="276775" cy="172925"/>
              </a:xfrm>
              <a:custGeom>
                <a:rect b="b" l="l" r="r" t="t"/>
                <a:pathLst>
                  <a:path extrusionOk="0" h="6917" w="11071">
                    <a:moveTo>
                      <a:pt x="6666" y="0"/>
                    </a:moveTo>
                    <a:lnTo>
                      <a:pt x="1" y="6916"/>
                    </a:lnTo>
                    <a:lnTo>
                      <a:pt x="4429" y="6916"/>
                    </a:lnTo>
                    <a:lnTo>
                      <a:pt x="110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5"/>
              <p:cNvSpPr/>
              <p:nvPr/>
            </p:nvSpPr>
            <p:spPr>
              <a:xfrm>
                <a:off x="4853400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5"/>
              <p:cNvSpPr/>
              <p:nvPr/>
            </p:nvSpPr>
            <p:spPr>
              <a:xfrm>
                <a:off x="49407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35"/>
              <p:cNvSpPr/>
              <p:nvPr/>
            </p:nvSpPr>
            <p:spPr>
              <a:xfrm>
                <a:off x="50280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35"/>
              <p:cNvSpPr/>
              <p:nvPr/>
            </p:nvSpPr>
            <p:spPr>
              <a:xfrm>
                <a:off x="5115300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35"/>
              <p:cNvSpPr/>
              <p:nvPr/>
            </p:nvSpPr>
            <p:spPr>
              <a:xfrm>
                <a:off x="52026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515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35"/>
              <p:cNvSpPr/>
              <p:nvPr/>
            </p:nvSpPr>
            <p:spPr>
              <a:xfrm>
                <a:off x="52899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516" y="3265"/>
                    </a:lnTo>
                    <a:lnTo>
                      <a:pt x="388" y="6209"/>
                    </a:lnTo>
                    <a:lnTo>
                      <a:pt x="2625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35"/>
              <p:cNvSpPr/>
              <p:nvPr/>
            </p:nvSpPr>
            <p:spPr>
              <a:xfrm>
                <a:off x="53772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89" y="6209"/>
                    </a:lnTo>
                    <a:lnTo>
                      <a:pt x="2626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35"/>
              <p:cNvSpPr/>
              <p:nvPr/>
            </p:nvSpPr>
            <p:spPr>
              <a:xfrm>
                <a:off x="5465100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1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30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35"/>
              <p:cNvSpPr/>
              <p:nvPr/>
            </p:nvSpPr>
            <p:spPr>
              <a:xfrm>
                <a:off x="5552425" y="927325"/>
                <a:ext cx="143250" cy="155250"/>
              </a:xfrm>
              <a:custGeom>
                <a:rect b="b" l="l" r="r" t="t"/>
                <a:pathLst>
                  <a:path extrusionOk="0" h="6210" w="5730">
                    <a:moveTo>
                      <a:pt x="0" y="1"/>
                    </a:moveTo>
                    <a:lnTo>
                      <a:pt x="3492" y="3265"/>
                    </a:lnTo>
                    <a:lnTo>
                      <a:pt x="365" y="6209"/>
                    </a:lnTo>
                    <a:lnTo>
                      <a:pt x="2602" y="6209"/>
                    </a:lnTo>
                    <a:lnTo>
                      <a:pt x="5729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5"/>
              <p:cNvSpPr/>
              <p:nvPr/>
            </p:nvSpPr>
            <p:spPr>
              <a:xfrm>
                <a:off x="56397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0" y="1"/>
                    </a:moveTo>
                    <a:lnTo>
                      <a:pt x="3493" y="3265"/>
                    </a:lnTo>
                    <a:lnTo>
                      <a:pt x="366" y="6209"/>
                    </a:lnTo>
                    <a:lnTo>
                      <a:pt x="2602" y="6209"/>
                    </a:lnTo>
                    <a:lnTo>
                      <a:pt x="5752" y="326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5"/>
              <p:cNvSpPr/>
              <p:nvPr/>
            </p:nvSpPr>
            <p:spPr>
              <a:xfrm>
                <a:off x="5727025" y="927325"/>
                <a:ext cx="143825" cy="155250"/>
              </a:xfrm>
              <a:custGeom>
                <a:rect b="b" l="l" r="r" t="t"/>
                <a:pathLst>
                  <a:path extrusionOk="0" h="6210" w="5753">
                    <a:moveTo>
                      <a:pt x="1" y="1"/>
                    </a:moveTo>
                    <a:lnTo>
                      <a:pt x="3516" y="3265"/>
                    </a:lnTo>
                    <a:lnTo>
                      <a:pt x="366" y="6209"/>
                    </a:lnTo>
                    <a:lnTo>
                      <a:pt x="2603" y="6209"/>
                    </a:lnTo>
                    <a:lnTo>
                      <a:pt x="5753" y="3265"/>
                    </a:lnTo>
                    <a:lnTo>
                      <a:pt x="22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83" name="Google Shape;883;p35"/>
            <p:cNvCxnSpPr/>
            <p:nvPr/>
          </p:nvCxnSpPr>
          <p:spPr>
            <a:xfrm>
              <a:off x="7315575" y="705500"/>
              <a:ext cx="1963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4" name="Google Shape;884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5" name="Google Shape;885;p35"/>
          <p:cNvSpPr txBox="1"/>
          <p:nvPr>
            <p:ph idx="1" type="subTitle"/>
          </p:nvPr>
        </p:nvSpPr>
        <p:spPr>
          <a:xfrm>
            <a:off x="2549400" y="2893950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726">
          <p15:clr>
            <a:srgbClr val="EA4335"/>
          </p15:clr>
        </p15:guide>
        <p15:guide id="7" orient="horz" pos="1816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ebas Neue"/>
              <a:buNone/>
              <a:defRPr sz="36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720000" y="1617575"/>
            <a:ext cx="77040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■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7"/>
          <p:cNvSpPr txBox="1"/>
          <p:nvPr>
            <p:ph type="ctrTitle"/>
          </p:nvPr>
        </p:nvSpPr>
        <p:spPr>
          <a:xfrm>
            <a:off x="1084825" y="1588650"/>
            <a:ext cx="6974400" cy="202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K-Nearest-Neighbors aka KNN?</a:t>
            </a:r>
            <a:endParaRPr/>
          </a:p>
        </p:txBody>
      </p:sp>
      <p:sp>
        <p:nvSpPr>
          <p:cNvPr id="892" name="Google Shape;892;p37"/>
          <p:cNvSpPr txBox="1"/>
          <p:nvPr>
            <p:ph idx="1" type="subTitle"/>
          </p:nvPr>
        </p:nvSpPr>
        <p:spPr>
          <a:xfrm>
            <a:off x="1084825" y="3871274"/>
            <a:ext cx="6974400" cy="51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Jessica Tran</a:t>
            </a:r>
            <a:endParaRPr/>
          </a:p>
        </p:txBody>
      </p:sp>
      <p:grpSp>
        <p:nvGrpSpPr>
          <p:cNvPr id="893" name="Google Shape;893;p37"/>
          <p:cNvGrpSpPr/>
          <p:nvPr/>
        </p:nvGrpSpPr>
        <p:grpSpPr>
          <a:xfrm>
            <a:off x="-223784" y="-6"/>
            <a:ext cx="2284525" cy="985488"/>
            <a:chOff x="-223784" y="-6"/>
            <a:chExt cx="2284525" cy="985488"/>
          </a:xfrm>
        </p:grpSpPr>
        <p:sp>
          <p:nvSpPr>
            <p:cNvPr id="894" name="Google Shape;894;p37"/>
            <p:cNvSpPr/>
            <p:nvPr/>
          </p:nvSpPr>
          <p:spPr>
            <a:xfrm rot="5400000">
              <a:off x="751670" y="-653904"/>
              <a:ext cx="291159" cy="1770887"/>
            </a:xfrm>
            <a:custGeom>
              <a:rect b="b" l="l" r="r" t="t"/>
              <a:pathLst>
                <a:path extrusionOk="0" fill="none" h="20126" w="3309">
                  <a:moveTo>
                    <a:pt x="3309" y="20126"/>
                  </a:moveTo>
                  <a:lnTo>
                    <a:pt x="3309" y="10627"/>
                  </a:lnTo>
                  <a:lnTo>
                    <a:pt x="1" y="7293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7"/>
            <p:cNvSpPr/>
            <p:nvPr/>
          </p:nvSpPr>
          <p:spPr>
            <a:xfrm rot="5400000">
              <a:off x="294064" y="-86060"/>
              <a:ext cx="88" cy="564632"/>
            </a:xfrm>
            <a:custGeom>
              <a:rect b="b" l="l" r="r" t="t"/>
              <a:pathLst>
                <a:path extrusionOk="0" fill="none" h="6417" w="1">
                  <a:moveTo>
                    <a:pt x="1" y="6416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 rot="5400000">
              <a:off x="575332" y="113545"/>
              <a:ext cx="167709" cy="165509"/>
            </a:xfrm>
            <a:custGeom>
              <a:rect b="b" l="l" r="r" t="t"/>
              <a:pathLst>
                <a:path extrusionOk="0" h="1881" w="1906">
                  <a:moveTo>
                    <a:pt x="953" y="1"/>
                  </a:moveTo>
                  <a:cubicBezTo>
                    <a:pt x="426" y="1"/>
                    <a:pt x="0" y="402"/>
                    <a:pt x="0" y="928"/>
                  </a:cubicBezTo>
                  <a:cubicBezTo>
                    <a:pt x="0" y="1455"/>
                    <a:pt x="426" y="1881"/>
                    <a:pt x="953" y="1881"/>
                  </a:cubicBezTo>
                  <a:cubicBezTo>
                    <a:pt x="1479" y="1881"/>
                    <a:pt x="1905" y="1455"/>
                    <a:pt x="1905" y="928"/>
                  </a:cubicBezTo>
                  <a:cubicBezTo>
                    <a:pt x="1905" y="402"/>
                    <a:pt x="1479" y="1"/>
                    <a:pt x="95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7"/>
            <p:cNvSpPr/>
            <p:nvPr/>
          </p:nvSpPr>
          <p:spPr>
            <a:xfrm rot="5400000">
              <a:off x="873382" y="-351369"/>
              <a:ext cx="147899" cy="1895787"/>
            </a:xfrm>
            <a:custGeom>
              <a:rect b="b" l="l" r="r" t="t"/>
              <a:pathLst>
                <a:path extrusionOk="0" fill="none" h="21405" w="1681">
                  <a:moveTo>
                    <a:pt x="1" y="21405"/>
                  </a:moveTo>
                  <a:lnTo>
                    <a:pt x="1" y="5114"/>
                  </a:lnTo>
                  <a:lnTo>
                    <a:pt x="1680" y="3434"/>
                  </a:lnTo>
                  <a:lnTo>
                    <a:pt x="1680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 rot="5400000">
              <a:off x="551408" y="-235203"/>
              <a:ext cx="361727" cy="1912111"/>
            </a:xfrm>
            <a:custGeom>
              <a:rect b="b" l="l" r="r" t="t"/>
              <a:pathLst>
                <a:path extrusionOk="0" fill="none" h="21731" w="4111">
                  <a:moveTo>
                    <a:pt x="0" y="21730"/>
                  </a:moveTo>
                  <a:lnTo>
                    <a:pt x="0" y="14562"/>
                  </a:lnTo>
                  <a:lnTo>
                    <a:pt x="4110" y="10427"/>
                  </a:lnTo>
                  <a:lnTo>
                    <a:pt x="4110" y="1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 rot="5400000">
              <a:off x="1689436" y="818961"/>
              <a:ext cx="165421" cy="167621"/>
            </a:xfrm>
            <a:custGeom>
              <a:rect b="b" l="l" r="r" t="t"/>
              <a:pathLst>
                <a:path extrusionOk="0" h="1905" w="1880">
                  <a:moveTo>
                    <a:pt x="927" y="0"/>
                  </a:moveTo>
                  <a:cubicBezTo>
                    <a:pt x="401" y="0"/>
                    <a:pt x="0" y="426"/>
                    <a:pt x="0" y="952"/>
                  </a:cubicBezTo>
                  <a:cubicBezTo>
                    <a:pt x="0" y="1479"/>
                    <a:pt x="401" y="1905"/>
                    <a:pt x="927" y="1905"/>
                  </a:cubicBezTo>
                  <a:cubicBezTo>
                    <a:pt x="1454" y="1905"/>
                    <a:pt x="1880" y="1479"/>
                    <a:pt x="1880" y="952"/>
                  </a:cubicBezTo>
                  <a:cubicBezTo>
                    <a:pt x="1880" y="426"/>
                    <a:pt x="1454" y="0"/>
                    <a:pt x="927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 rot="5400000">
              <a:off x="1894132" y="585435"/>
              <a:ext cx="167709" cy="165509"/>
            </a:xfrm>
            <a:custGeom>
              <a:rect b="b" l="l" r="r" t="t"/>
              <a:pathLst>
                <a:path extrusionOk="0" h="1881" w="1906">
                  <a:moveTo>
                    <a:pt x="953" y="0"/>
                  </a:moveTo>
                  <a:cubicBezTo>
                    <a:pt x="427" y="0"/>
                    <a:pt x="1" y="426"/>
                    <a:pt x="1" y="928"/>
                  </a:cubicBezTo>
                  <a:cubicBezTo>
                    <a:pt x="1" y="1454"/>
                    <a:pt x="427" y="1880"/>
                    <a:pt x="953" y="1880"/>
                  </a:cubicBezTo>
                  <a:cubicBezTo>
                    <a:pt x="1479" y="1880"/>
                    <a:pt x="1905" y="1454"/>
                    <a:pt x="1905" y="928"/>
                  </a:cubicBezTo>
                  <a:cubicBezTo>
                    <a:pt x="1905" y="426"/>
                    <a:pt x="1479" y="0"/>
                    <a:pt x="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7"/>
            <p:cNvSpPr/>
            <p:nvPr/>
          </p:nvSpPr>
          <p:spPr>
            <a:xfrm rot="5400000">
              <a:off x="1782751" y="-50"/>
              <a:ext cx="167621" cy="167709"/>
            </a:xfrm>
            <a:custGeom>
              <a:rect b="b" l="l" r="r" t="t"/>
              <a:pathLst>
                <a:path extrusionOk="0" h="1906" w="1905">
                  <a:moveTo>
                    <a:pt x="952" y="1"/>
                  </a:moveTo>
                  <a:cubicBezTo>
                    <a:pt x="426" y="1"/>
                    <a:pt x="0" y="427"/>
                    <a:pt x="0" y="953"/>
                  </a:cubicBezTo>
                  <a:cubicBezTo>
                    <a:pt x="0" y="1480"/>
                    <a:pt x="426" y="1906"/>
                    <a:pt x="952" y="1906"/>
                  </a:cubicBezTo>
                  <a:cubicBezTo>
                    <a:pt x="1479" y="1906"/>
                    <a:pt x="1905" y="1480"/>
                    <a:pt x="1905" y="953"/>
                  </a:cubicBezTo>
                  <a:cubicBezTo>
                    <a:pt x="1905" y="427"/>
                    <a:pt x="1479" y="1"/>
                    <a:pt x="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2" name="Google Shape;902;p37"/>
          <p:cNvGrpSpPr/>
          <p:nvPr/>
        </p:nvGrpSpPr>
        <p:grpSpPr>
          <a:xfrm>
            <a:off x="5876365" y="118125"/>
            <a:ext cx="3316597" cy="2830576"/>
            <a:chOff x="5876365" y="118125"/>
            <a:chExt cx="3316597" cy="2830576"/>
          </a:xfrm>
        </p:grpSpPr>
        <p:sp>
          <p:nvSpPr>
            <p:cNvPr id="903" name="Google Shape;903;p37"/>
            <p:cNvSpPr/>
            <p:nvPr/>
          </p:nvSpPr>
          <p:spPr>
            <a:xfrm rot="10800000">
              <a:off x="9025253" y="996438"/>
              <a:ext cx="167709" cy="165509"/>
            </a:xfrm>
            <a:custGeom>
              <a:rect b="b" l="l" r="r" t="t"/>
              <a:pathLst>
                <a:path extrusionOk="0" h="1881" w="1906">
                  <a:moveTo>
                    <a:pt x="953" y="1"/>
                  </a:moveTo>
                  <a:cubicBezTo>
                    <a:pt x="426" y="1"/>
                    <a:pt x="0" y="402"/>
                    <a:pt x="0" y="928"/>
                  </a:cubicBezTo>
                  <a:cubicBezTo>
                    <a:pt x="0" y="1455"/>
                    <a:pt x="426" y="1881"/>
                    <a:pt x="953" y="1881"/>
                  </a:cubicBezTo>
                  <a:cubicBezTo>
                    <a:pt x="1479" y="1881"/>
                    <a:pt x="1905" y="1455"/>
                    <a:pt x="1905" y="928"/>
                  </a:cubicBezTo>
                  <a:cubicBezTo>
                    <a:pt x="1905" y="402"/>
                    <a:pt x="1479" y="1"/>
                    <a:pt x="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6008817" y="118125"/>
              <a:ext cx="3134824" cy="182018"/>
            </a:xfrm>
            <a:custGeom>
              <a:rect b="b" l="l" r="r" t="t"/>
              <a:pathLst>
                <a:path extrusionOk="0" fill="none" h="1480" w="25490">
                  <a:moveTo>
                    <a:pt x="1" y="1479"/>
                  </a:moveTo>
                  <a:lnTo>
                    <a:pt x="13710" y="1479"/>
                  </a:lnTo>
                  <a:lnTo>
                    <a:pt x="15164" y="0"/>
                  </a:lnTo>
                  <a:lnTo>
                    <a:pt x="25490" y="0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5876365" y="182815"/>
              <a:ext cx="234282" cy="234409"/>
            </a:xfrm>
            <a:custGeom>
              <a:rect b="b" l="l" r="r" t="t"/>
              <a:pathLst>
                <a:path extrusionOk="0" h="1906" w="1905">
                  <a:moveTo>
                    <a:pt x="953" y="1"/>
                  </a:moveTo>
                  <a:cubicBezTo>
                    <a:pt x="426" y="1"/>
                    <a:pt x="0" y="427"/>
                    <a:pt x="0" y="953"/>
                  </a:cubicBezTo>
                  <a:cubicBezTo>
                    <a:pt x="0" y="1479"/>
                    <a:pt x="426" y="1905"/>
                    <a:pt x="953" y="1905"/>
                  </a:cubicBezTo>
                  <a:cubicBezTo>
                    <a:pt x="1479" y="1905"/>
                    <a:pt x="1905" y="1479"/>
                    <a:pt x="1905" y="953"/>
                  </a:cubicBezTo>
                  <a:cubicBezTo>
                    <a:pt x="1905" y="427"/>
                    <a:pt x="1479" y="1"/>
                    <a:pt x="9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7"/>
            <p:cNvSpPr/>
            <p:nvPr/>
          </p:nvSpPr>
          <p:spPr>
            <a:xfrm rot="10800000">
              <a:off x="9109108" y="515661"/>
              <a:ext cx="88" cy="564632"/>
            </a:xfrm>
            <a:custGeom>
              <a:rect b="b" l="l" r="r" t="t"/>
              <a:pathLst>
                <a:path extrusionOk="0" fill="none" h="6417" w="1">
                  <a:moveTo>
                    <a:pt x="1" y="6416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 rot="10800000">
              <a:off x="8441048" y="515657"/>
              <a:ext cx="361727" cy="2369168"/>
            </a:xfrm>
            <a:custGeom>
              <a:rect b="b" l="l" r="r" t="t"/>
              <a:pathLst>
                <a:path extrusionOk="0" fill="none" h="21731" w="4111">
                  <a:moveTo>
                    <a:pt x="0" y="21730"/>
                  </a:moveTo>
                  <a:lnTo>
                    <a:pt x="0" y="14562"/>
                  </a:lnTo>
                  <a:lnTo>
                    <a:pt x="4110" y="10427"/>
                  </a:lnTo>
                  <a:lnTo>
                    <a:pt x="4110" y="1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miter lim="250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 rot="10800000">
              <a:off x="8357275" y="2781081"/>
              <a:ext cx="165421" cy="167621"/>
            </a:xfrm>
            <a:custGeom>
              <a:rect b="b" l="l" r="r" t="t"/>
              <a:pathLst>
                <a:path extrusionOk="0" h="1905" w="1880">
                  <a:moveTo>
                    <a:pt x="927" y="0"/>
                  </a:moveTo>
                  <a:cubicBezTo>
                    <a:pt x="401" y="0"/>
                    <a:pt x="0" y="426"/>
                    <a:pt x="0" y="952"/>
                  </a:cubicBezTo>
                  <a:cubicBezTo>
                    <a:pt x="0" y="1479"/>
                    <a:pt x="401" y="1905"/>
                    <a:pt x="927" y="1905"/>
                  </a:cubicBezTo>
                  <a:cubicBezTo>
                    <a:pt x="1454" y="1905"/>
                    <a:pt x="1880" y="1479"/>
                    <a:pt x="1880" y="952"/>
                  </a:cubicBezTo>
                  <a:cubicBezTo>
                    <a:pt x="1880" y="426"/>
                    <a:pt x="1454" y="0"/>
                    <a:pt x="9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8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KNN?</a:t>
            </a:r>
            <a:endParaRPr/>
          </a:p>
        </p:txBody>
      </p:sp>
      <p:sp>
        <p:nvSpPr>
          <p:cNvPr id="914" name="Google Shape;914;p38"/>
          <p:cNvSpPr txBox="1"/>
          <p:nvPr>
            <p:ph idx="1" type="body"/>
          </p:nvPr>
        </p:nvSpPr>
        <p:spPr>
          <a:xfrm>
            <a:off x="817900" y="12424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K-Nearest Neighbors (KNN) is a supervised learning algorithm used for: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Classification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Regression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It predicts a data point based on the “k” closest training examples in feature space.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It was formalized by: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Evelyn Fix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Joseph Hodges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9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intuition</a:t>
            </a:r>
            <a:endParaRPr/>
          </a:p>
        </p:txBody>
      </p:sp>
      <p:sp>
        <p:nvSpPr>
          <p:cNvPr id="920" name="Google Shape;920;p39"/>
          <p:cNvSpPr txBox="1"/>
          <p:nvPr>
            <p:ph idx="1" type="body"/>
          </p:nvPr>
        </p:nvSpPr>
        <p:spPr>
          <a:xfrm>
            <a:off x="817900" y="12424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“Show me who your neighbors are, and I’ll tell you who you are.”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If most nearby points are: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Class A → predict A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Class B → predict B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For regression: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Take the average of the neighbors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0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926" name="Google Shape;926;p40"/>
          <p:cNvSpPr txBox="1"/>
          <p:nvPr>
            <p:ph idx="1" type="body"/>
          </p:nvPr>
        </p:nvSpPr>
        <p:spPr>
          <a:xfrm>
            <a:off x="817900" y="12424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Choose K (number of neighbors)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Compute distance between new point and all training points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Select K closest points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Majority vote (classification) or average (regression)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1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Metrics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1"/>
          <p:cNvSpPr txBox="1"/>
          <p:nvPr>
            <p:ph idx="1" type="body"/>
          </p:nvPr>
        </p:nvSpPr>
        <p:spPr>
          <a:xfrm>
            <a:off x="817900" y="1285875"/>
            <a:ext cx="7508100" cy="3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Euclidean Distance: straight line distance between two points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Manhattan Distance: distance between two points if you can only move in horizontal and vertical directions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KNN performance depends heavily on distance metric and feature scaling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2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K</a:t>
            </a:r>
            <a:endParaRPr/>
          </a:p>
        </p:txBody>
      </p:sp>
      <p:sp>
        <p:nvSpPr>
          <p:cNvPr id="938" name="Google Shape;938;p42"/>
          <p:cNvSpPr txBox="1"/>
          <p:nvPr>
            <p:ph idx="1" type="body"/>
          </p:nvPr>
        </p:nvSpPr>
        <p:spPr>
          <a:xfrm>
            <a:off x="817950" y="10638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Small K: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Low bias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High variance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Can overfit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Large K: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Higher bias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Lower variance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○"/>
            </a:pPr>
            <a:r>
              <a:rPr lang="en" sz="2300"/>
              <a:t>Can underfit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This is a classic bias–variance tradeoff example.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3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K</a:t>
            </a:r>
            <a:endParaRPr/>
          </a:p>
        </p:txBody>
      </p:sp>
      <p:sp>
        <p:nvSpPr>
          <p:cNvPr id="944" name="Google Shape;944;p43"/>
          <p:cNvSpPr txBox="1"/>
          <p:nvPr>
            <p:ph idx="1" type="body"/>
          </p:nvPr>
        </p:nvSpPr>
        <p:spPr>
          <a:xfrm>
            <a:off x="817950" y="10638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Bias: error from overly simple assumptions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Variance: error from being too sensitive to training data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Irreducible noise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4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Complexity</a:t>
            </a:r>
            <a:endParaRPr/>
          </a:p>
        </p:txBody>
      </p:sp>
      <p:sp>
        <p:nvSpPr>
          <p:cNvPr id="950" name="Google Shape;950;p44"/>
          <p:cNvSpPr txBox="1"/>
          <p:nvPr>
            <p:ph idx="1" type="body"/>
          </p:nvPr>
        </p:nvSpPr>
        <p:spPr>
          <a:xfrm>
            <a:off x="817900" y="12424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Training: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O(1) (lazy learner, no real training)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Prediction: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O(n) per query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That’s why KNN can be slow for large datasets.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Curse of dimensionality: </a:t>
            </a:r>
            <a:r>
              <a:rPr lang="en" sz="2000"/>
              <a:t>various challenges and complications that arise when analyzing and organizing data in high-dimensional spaces. As the number of features increases, the amount of data required to generalize accurately grows exponentially. This increases chances of overfitting.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5"/>
          <p:cNvSpPr txBox="1"/>
          <p:nvPr>
            <p:ph type="title"/>
          </p:nvPr>
        </p:nvSpPr>
        <p:spPr>
          <a:xfrm>
            <a:off x="720000" y="461875"/>
            <a:ext cx="77040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applications of knn</a:t>
            </a:r>
            <a:endParaRPr/>
          </a:p>
        </p:txBody>
      </p:sp>
      <p:sp>
        <p:nvSpPr>
          <p:cNvPr id="956" name="Google Shape;956;p45"/>
          <p:cNvSpPr txBox="1"/>
          <p:nvPr>
            <p:ph idx="1" type="body"/>
          </p:nvPr>
        </p:nvSpPr>
        <p:spPr>
          <a:xfrm>
            <a:off x="817950" y="1063825"/>
            <a:ext cx="7508100" cy="33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naheim"/>
              <a:buChar char="●"/>
            </a:pPr>
            <a:r>
              <a:rPr lang="en" sz="2300"/>
              <a:t>Image classification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Medical </a:t>
            </a:r>
            <a:r>
              <a:rPr lang="en" sz="2300"/>
              <a:t>diagnosis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Credit Risk/Fraud Detection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Recommendation Systems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Text Classification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Housing Price Prediction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Sales Forecasting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Environmental Modeling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Science Proposal Infographics by Slidesgo">
  <a:themeElements>
    <a:clrScheme name="Simple Light">
      <a:dk1>
        <a:srgbClr val="FFFFFF"/>
      </a:dk1>
      <a:lt1>
        <a:srgbClr val="0F3570"/>
      </a:lt1>
      <a:dk2>
        <a:srgbClr val="00F4AD"/>
      </a:dk2>
      <a:lt2>
        <a:srgbClr val="0F3570"/>
      </a:lt2>
      <a:accent1>
        <a:srgbClr val="285293"/>
      </a:accent1>
      <a:accent2>
        <a:srgbClr val="9FC5E8"/>
      </a:accent2>
      <a:accent3>
        <a:srgbClr val="434343"/>
      </a:accent3>
      <a:accent4>
        <a:srgbClr val="00F4AD"/>
      </a:accent4>
      <a:accent5>
        <a:srgbClr val="285293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uter Science Proposal Infographics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