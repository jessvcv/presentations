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Oswald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Oswa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ad6c7e10c1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ad6c7e10c1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8c1997cbf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8c1997cbf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8c1997cbf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8c1997cbf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c9ba50190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c9ba50190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c9ba501909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c9ba501909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c9ba501909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c9ba501909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9ba501909_2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c9ba501909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8c2221473c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8c2221473c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8c1997cbfd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8c1997cbfd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8c1997cb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8c1997cb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216900" y="1518175"/>
            <a:ext cx="15990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7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2" type="title"/>
          </p:nvPr>
        </p:nvSpPr>
        <p:spPr>
          <a:xfrm>
            <a:off x="3216900" y="2744525"/>
            <a:ext cx="26220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 sz="1200"/>
            </a:lvl9pPr>
          </a:lstStyle>
          <a:p/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5162060" y="2286734"/>
            <a:ext cx="2145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5162065" y="2821334"/>
            <a:ext cx="2145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1836640" y="2821334"/>
            <a:ext cx="2145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title"/>
          </p:nvPr>
        </p:nvSpPr>
        <p:spPr>
          <a:xfrm>
            <a:off x="1836635" y="2286734"/>
            <a:ext cx="2145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4"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" name="Google Shape;35;p5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36" name="Google Shape;36;p5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" name="Google Shape;41;p5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42" name="Google Shape;42;p5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9" name="Google Shape;49;p6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50" name="Google Shape;50;p6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56" name="Google Shape;56;p6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" name="Google Shape;63;p7"/>
          <p:cNvSpPr txBox="1"/>
          <p:nvPr>
            <p:ph idx="1" type="body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2235000" y="1340850"/>
            <a:ext cx="4674000" cy="246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66" name="Google Shape;66;p8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67" name="Google Shape;67;p8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" name="Google Shape;72;p8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73" name="Google Shape;73;p8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type="title"/>
          </p:nvPr>
        </p:nvSpPr>
        <p:spPr>
          <a:xfrm>
            <a:off x="1052800" y="1689450"/>
            <a:ext cx="26172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" name="Google Shape;80;p9"/>
          <p:cNvSpPr txBox="1"/>
          <p:nvPr>
            <p:ph idx="1" type="subTitle"/>
          </p:nvPr>
        </p:nvSpPr>
        <p:spPr>
          <a:xfrm>
            <a:off x="1638300" y="2658650"/>
            <a:ext cx="2031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9"/>
          <p:cNvSpPr txBox="1"/>
          <p:nvPr>
            <p:ph idx="2" type="body"/>
          </p:nvPr>
        </p:nvSpPr>
        <p:spPr>
          <a:xfrm>
            <a:off x="4001475" y="1440000"/>
            <a:ext cx="4422600" cy="22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82" name="Google Shape;82;p9"/>
          <p:cNvGrpSpPr/>
          <p:nvPr/>
        </p:nvGrpSpPr>
        <p:grpSpPr>
          <a:xfrm>
            <a:off x="720000" y="1013625"/>
            <a:ext cx="95400" cy="3116250"/>
            <a:chOff x="4524300" y="1013625"/>
            <a:chExt cx="95400" cy="3116250"/>
          </a:xfrm>
        </p:grpSpPr>
        <p:sp>
          <p:nvSpPr>
            <p:cNvPr id="83" name="Google Shape;83;p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1552575" y="531500"/>
            <a:ext cx="4714800" cy="15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hasCustomPrompt="1" type="title"/>
          </p:nvPr>
        </p:nvSpPr>
        <p:spPr>
          <a:xfrm>
            <a:off x="1903250" y="1834838"/>
            <a:ext cx="5337600" cy="11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>
            <a:off x="2524200" y="2955575"/>
            <a:ext cx="4095600" cy="3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5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94" name="Google Shape;94;p11"/>
          <p:cNvGrpSpPr/>
          <p:nvPr/>
        </p:nvGrpSpPr>
        <p:grpSpPr>
          <a:xfrm flipH="1">
            <a:off x="6720423" y="3784091"/>
            <a:ext cx="2423582" cy="1357541"/>
            <a:chOff x="-77" y="3784091"/>
            <a:chExt cx="2423582" cy="1357541"/>
          </a:xfrm>
        </p:grpSpPr>
        <p:sp>
          <p:nvSpPr>
            <p:cNvPr id="95" name="Google Shape;95;p11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" name="Google Shape;100;p11"/>
          <p:cNvGrpSpPr/>
          <p:nvPr/>
        </p:nvGrpSpPr>
        <p:grpSpPr>
          <a:xfrm flipH="1" rot="10800000">
            <a:off x="-77" y="-9"/>
            <a:ext cx="2423582" cy="1357541"/>
            <a:chOff x="-77" y="3784091"/>
            <a:chExt cx="2423582" cy="1357541"/>
          </a:xfrm>
        </p:grpSpPr>
        <p:sp>
          <p:nvSpPr>
            <p:cNvPr id="101" name="Google Shape;101;p11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9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1902600" y="1543600"/>
            <a:ext cx="5338800" cy="135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13"/>
          <p:cNvSpPr txBox="1"/>
          <p:nvPr>
            <p:ph idx="2" type="title"/>
          </p:nvPr>
        </p:nvSpPr>
        <p:spPr>
          <a:xfrm>
            <a:off x="1902600" y="2989400"/>
            <a:ext cx="5338800" cy="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10" name="Google Shape;110;p13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111" name="Google Shape;111;p1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13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117" name="Google Shape;117;p1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5238260" y="1866750"/>
            <a:ext cx="2145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5238265" y="2401350"/>
            <a:ext cx="2145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14"/>
          <p:cNvSpPr txBox="1"/>
          <p:nvPr>
            <p:ph idx="2" type="body"/>
          </p:nvPr>
        </p:nvSpPr>
        <p:spPr>
          <a:xfrm>
            <a:off x="1760440" y="2401350"/>
            <a:ext cx="21453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3" type="title"/>
          </p:nvPr>
        </p:nvSpPr>
        <p:spPr>
          <a:xfrm>
            <a:off x="1760435" y="1866750"/>
            <a:ext cx="2145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4"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8" name="Google Shape;128;p14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29" name="Google Shape;129;p1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14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35" name="Google Shape;135;p1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hasCustomPrompt="1" idx="2" type="title"/>
          </p:nvPr>
        </p:nvSpPr>
        <p:spPr>
          <a:xfrm>
            <a:off x="1212050" y="2433700"/>
            <a:ext cx="9927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/>
          <p:nvPr>
            <p:ph hasCustomPrompt="1" idx="3" type="title"/>
          </p:nvPr>
        </p:nvSpPr>
        <p:spPr>
          <a:xfrm>
            <a:off x="3121150" y="2433700"/>
            <a:ext cx="9927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5"/>
          <p:cNvSpPr txBox="1"/>
          <p:nvPr>
            <p:ph hasCustomPrompt="1" idx="4" type="title"/>
          </p:nvPr>
        </p:nvSpPr>
        <p:spPr>
          <a:xfrm>
            <a:off x="5030250" y="2433700"/>
            <a:ext cx="9927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5"/>
          <p:cNvSpPr txBox="1"/>
          <p:nvPr>
            <p:ph hasCustomPrompt="1" idx="5" type="title"/>
          </p:nvPr>
        </p:nvSpPr>
        <p:spPr>
          <a:xfrm>
            <a:off x="6939350" y="2433700"/>
            <a:ext cx="9927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1147475" y="2886625"/>
            <a:ext cx="11220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5"/>
          <p:cNvSpPr txBox="1"/>
          <p:nvPr>
            <p:ph idx="6" type="subTitle"/>
          </p:nvPr>
        </p:nvSpPr>
        <p:spPr>
          <a:xfrm>
            <a:off x="3056550" y="2886625"/>
            <a:ext cx="11220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5"/>
          <p:cNvSpPr txBox="1"/>
          <p:nvPr>
            <p:ph idx="7" type="subTitle"/>
          </p:nvPr>
        </p:nvSpPr>
        <p:spPr>
          <a:xfrm>
            <a:off x="4965625" y="2886625"/>
            <a:ext cx="11220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5"/>
          <p:cNvSpPr txBox="1"/>
          <p:nvPr>
            <p:ph idx="8" type="subTitle"/>
          </p:nvPr>
        </p:nvSpPr>
        <p:spPr>
          <a:xfrm>
            <a:off x="6874700" y="2886625"/>
            <a:ext cx="1122000" cy="4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1041500" y="3223375"/>
            <a:ext cx="13338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2925197" y="3223375"/>
            <a:ext cx="13338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4885095" y="3223375"/>
            <a:ext cx="13338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15" type="subTitle"/>
          </p:nvPr>
        </p:nvSpPr>
        <p:spPr>
          <a:xfrm>
            <a:off x="6768792" y="3223375"/>
            <a:ext cx="13338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4" name="Google Shape;154;p15"/>
          <p:cNvGrpSpPr/>
          <p:nvPr/>
        </p:nvGrpSpPr>
        <p:grpSpPr>
          <a:xfrm rot="-5400000">
            <a:off x="8346375" y="4345871"/>
            <a:ext cx="1022509" cy="572747"/>
            <a:chOff x="-77" y="3784091"/>
            <a:chExt cx="2423582" cy="1357541"/>
          </a:xfrm>
        </p:grpSpPr>
        <p:sp>
          <p:nvSpPr>
            <p:cNvPr id="155" name="Google Shape;155;p15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15"/>
          <p:cNvGrpSpPr/>
          <p:nvPr/>
        </p:nvGrpSpPr>
        <p:grpSpPr>
          <a:xfrm rot="5400000">
            <a:off x="-224875" y="224871"/>
            <a:ext cx="1022509" cy="572747"/>
            <a:chOff x="-77" y="3784091"/>
            <a:chExt cx="2423582" cy="1357541"/>
          </a:xfrm>
        </p:grpSpPr>
        <p:sp>
          <p:nvSpPr>
            <p:cNvPr id="161" name="Google Shape;161;p15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16"/>
          <p:cNvSpPr txBox="1"/>
          <p:nvPr>
            <p:ph idx="1" type="subTitle"/>
          </p:nvPr>
        </p:nvSpPr>
        <p:spPr>
          <a:xfrm>
            <a:off x="719700" y="2434925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69" name="Google Shape;169;p16"/>
          <p:cNvSpPr txBox="1"/>
          <p:nvPr>
            <p:ph idx="2" type="subTitle"/>
          </p:nvPr>
        </p:nvSpPr>
        <p:spPr>
          <a:xfrm>
            <a:off x="719850" y="2734827"/>
            <a:ext cx="23169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6"/>
          <p:cNvSpPr txBox="1"/>
          <p:nvPr>
            <p:ph idx="3" type="subTitle"/>
          </p:nvPr>
        </p:nvSpPr>
        <p:spPr>
          <a:xfrm>
            <a:off x="3413619" y="24349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71" name="Google Shape;171;p16"/>
          <p:cNvSpPr txBox="1"/>
          <p:nvPr>
            <p:ph idx="4" type="subTitle"/>
          </p:nvPr>
        </p:nvSpPr>
        <p:spPr>
          <a:xfrm>
            <a:off x="3413619" y="2734827"/>
            <a:ext cx="23169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5" type="subTitle"/>
          </p:nvPr>
        </p:nvSpPr>
        <p:spPr>
          <a:xfrm>
            <a:off x="6107075" y="24349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idx="6" type="subTitle"/>
          </p:nvPr>
        </p:nvSpPr>
        <p:spPr>
          <a:xfrm>
            <a:off x="6107075" y="2734827"/>
            <a:ext cx="23169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4" name="Google Shape;174;p16"/>
          <p:cNvGrpSpPr/>
          <p:nvPr/>
        </p:nvGrpSpPr>
        <p:grpSpPr>
          <a:xfrm flipH="1" rot="5400000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175" name="Google Shape;175;p16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16"/>
          <p:cNvGrpSpPr/>
          <p:nvPr/>
        </p:nvGrpSpPr>
        <p:grpSpPr>
          <a:xfrm flipH="1" rot="-5400000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81" name="Google Shape;181;p16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1" type="subTitle"/>
          </p:nvPr>
        </p:nvSpPr>
        <p:spPr>
          <a:xfrm>
            <a:off x="719975" y="3205013"/>
            <a:ext cx="1282200" cy="12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7"/>
          <p:cNvSpPr txBox="1"/>
          <p:nvPr>
            <p:ph idx="2" type="subTitle"/>
          </p:nvPr>
        </p:nvSpPr>
        <p:spPr>
          <a:xfrm>
            <a:off x="3964163" y="3205013"/>
            <a:ext cx="1282200" cy="12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7"/>
          <p:cNvSpPr txBox="1"/>
          <p:nvPr>
            <p:ph idx="3" type="subTitle"/>
          </p:nvPr>
        </p:nvSpPr>
        <p:spPr>
          <a:xfrm>
            <a:off x="7141825" y="3205013"/>
            <a:ext cx="1282200" cy="12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idx="4" type="subTitle"/>
          </p:nvPr>
        </p:nvSpPr>
        <p:spPr>
          <a:xfrm>
            <a:off x="719975" y="2931341"/>
            <a:ext cx="1282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7"/>
          <p:cNvSpPr txBox="1"/>
          <p:nvPr>
            <p:ph idx="5" type="subTitle"/>
          </p:nvPr>
        </p:nvSpPr>
        <p:spPr>
          <a:xfrm>
            <a:off x="7141825" y="2931341"/>
            <a:ext cx="1282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7"/>
          <p:cNvSpPr txBox="1"/>
          <p:nvPr>
            <p:ph idx="6" type="subTitle"/>
          </p:nvPr>
        </p:nvSpPr>
        <p:spPr>
          <a:xfrm>
            <a:off x="3964163" y="2931341"/>
            <a:ext cx="1282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4" name="Google Shape;194;p17"/>
          <p:cNvGrpSpPr/>
          <p:nvPr/>
        </p:nvGrpSpPr>
        <p:grpSpPr>
          <a:xfrm flipH="1" rot="-5400000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195" name="Google Shape;195;p17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17"/>
          <p:cNvGrpSpPr/>
          <p:nvPr/>
        </p:nvGrpSpPr>
        <p:grpSpPr>
          <a:xfrm flipH="1" rot="5400000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01" name="Google Shape;201;p17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subTitle"/>
          </p:nvPr>
        </p:nvSpPr>
        <p:spPr>
          <a:xfrm>
            <a:off x="1842250" y="1618793"/>
            <a:ext cx="16827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" type="subTitle"/>
          </p:nvPr>
        </p:nvSpPr>
        <p:spPr>
          <a:xfrm>
            <a:off x="1417550" y="1918700"/>
            <a:ext cx="21075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3200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3" type="subTitle"/>
          </p:nvPr>
        </p:nvSpPr>
        <p:spPr>
          <a:xfrm>
            <a:off x="1842594" y="2942429"/>
            <a:ext cx="16824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4" type="subTitle"/>
          </p:nvPr>
        </p:nvSpPr>
        <p:spPr>
          <a:xfrm>
            <a:off x="1417574" y="3242325"/>
            <a:ext cx="21075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4081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5" type="subTitle"/>
          </p:nvPr>
        </p:nvSpPr>
        <p:spPr>
          <a:xfrm>
            <a:off x="5618913" y="2942429"/>
            <a:ext cx="16824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6" type="subTitle"/>
          </p:nvPr>
        </p:nvSpPr>
        <p:spPr>
          <a:xfrm>
            <a:off x="5618975" y="3242325"/>
            <a:ext cx="21075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8"/>
          <p:cNvSpPr txBox="1"/>
          <p:nvPr>
            <p:ph idx="7" type="subTitle"/>
          </p:nvPr>
        </p:nvSpPr>
        <p:spPr>
          <a:xfrm>
            <a:off x="5618957" y="1618793"/>
            <a:ext cx="16824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8" type="subTitle"/>
          </p:nvPr>
        </p:nvSpPr>
        <p:spPr>
          <a:xfrm>
            <a:off x="5619026" y="1918700"/>
            <a:ext cx="21075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3200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6" name="Google Shape;216;p18"/>
          <p:cNvGrpSpPr/>
          <p:nvPr/>
        </p:nvGrpSpPr>
        <p:grpSpPr>
          <a:xfrm flipH="1" rot="-5400000">
            <a:off x="8346375" y="224871"/>
            <a:ext cx="1022509" cy="572747"/>
            <a:chOff x="-77" y="3784091"/>
            <a:chExt cx="2423582" cy="1357541"/>
          </a:xfrm>
        </p:grpSpPr>
        <p:sp>
          <p:nvSpPr>
            <p:cNvPr id="217" name="Google Shape;217;p18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8"/>
          <p:cNvGrpSpPr/>
          <p:nvPr/>
        </p:nvGrpSpPr>
        <p:grpSpPr>
          <a:xfrm flipH="1" rot="5400000">
            <a:off x="-224875" y="4345871"/>
            <a:ext cx="1022509" cy="572747"/>
            <a:chOff x="-77" y="3784091"/>
            <a:chExt cx="2423582" cy="1357541"/>
          </a:xfrm>
        </p:grpSpPr>
        <p:sp>
          <p:nvSpPr>
            <p:cNvPr id="223" name="Google Shape;223;p18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5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19"/>
          <p:cNvSpPr txBox="1"/>
          <p:nvPr>
            <p:ph idx="1" type="subTitle"/>
          </p:nvPr>
        </p:nvSpPr>
        <p:spPr>
          <a:xfrm>
            <a:off x="4211675" y="1429885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9"/>
          <p:cNvSpPr txBox="1"/>
          <p:nvPr>
            <p:ph hasCustomPrompt="1" idx="2" type="title"/>
          </p:nvPr>
        </p:nvSpPr>
        <p:spPr>
          <a:xfrm>
            <a:off x="3331225" y="1443350"/>
            <a:ext cx="804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2" name="Google Shape;232;p19"/>
          <p:cNvSpPr txBox="1"/>
          <p:nvPr>
            <p:ph idx="3" type="subTitle"/>
          </p:nvPr>
        </p:nvSpPr>
        <p:spPr>
          <a:xfrm>
            <a:off x="4211675" y="1694759"/>
            <a:ext cx="2316900" cy="3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9"/>
          <p:cNvSpPr txBox="1"/>
          <p:nvPr>
            <p:ph idx="4" type="subTitle"/>
          </p:nvPr>
        </p:nvSpPr>
        <p:spPr>
          <a:xfrm>
            <a:off x="4211675" y="2521206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9"/>
          <p:cNvSpPr txBox="1"/>
          <p:nvPr>
            <p:ph hasCustomPrompt="1" idx="5" type="title"/>
          </p:nvPr>
        </p:nvSpPr>
        <p:spPr>
          <a:xfrm>
            <a:off x="3331225" y="2515672"/>
            <a:ext cx="804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19"/>
          <p:cNvSpPr txBox="1"/>
          <p:nvPr>
            <p:ph idx="6" type="subTitle"/>
          </p:nvPr>
        </p:nvSpPr>
        <p:spPr>
          <a:xfrm>
            <a:off x="4211675" y="2786080"/>
            <a:ext cx="2316900" cy="3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9"/>
          <p:cNvSpPr txBox="1"/>
          <p:nvPr>
            <p:ph idx="7" type="subTitle"/>
          </p:nvPr>
        </p:nvSpPr>
        <p:spPr>
          <a:xfrm>
            <a:off x="4211825" y="3612527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9"/>
          <p:cNvSpPr txBox="1"/>
          <p:nvPr>
            <p:ph hasCustomPrompt="1" idx="8" type="title"/>
          </p:nvPr>
        </p:nvSpPr>
        <p:spPr>
          <a:xfrm>
            <a:off x="3331225" y="3612527"/>
            <a:ext cx="804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19"/>
          <p:cNvSpPr txBox="1"/>
          <p:nvPr>
            <p:ph idx="9" type="subTitle"/>
          </p:nvPr>
        </p:nvSpPr>
        <p:spPr>
          <a:xfrm>
            <a:off x="4211825" y="3877401"/>
            <a:ext cx="2316900" cy="3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9" name="Google Shape;239;p19"/>
          <p:cNvGrpSpPr/>
          <p:nvPr/>
        </p:nvGrpSpPr>
        <p:grpSpPr>
          <a:xfrm>
            <a:off x="-77" y="3784091"/>
            <a:ext cx="2423582" cy="1357541"/>
            <a:chOff x="-77" y="3784091"/>
            <a:chExt cx="2423582" cy="1357541"/>
          </a:xfrm>
        </p:grpSpPr>
        <p:sp>
          <p:nvSpPr>
            <p:cNvPr id="240" name="Google Shape;240;p19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19"/>
          <p:cNvGrpSpPr/>
          <p:nvPr/>
        </p:nvGrpSpPr>
        <p:grpSpPr>
          <a:xfrm rot="10800000">
            <a:off x="6720423" y="-9"/>
            <a:ext cx="2423582" cy="1357541"/>
            <a:chOff x="-77" y="3784091"/>
            <a:chExt cx="2423582" cy="1357541"/>
          </a:xfrm>
        </p:grpSpPr>
        <p:sp>
          <p:nvSpPr>
            <p:cNvPr id="246" name="Google Shape;246;p19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/>
          <p:nvPr>
            <p:ph idx="1" type="subTitle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p20"/>
          <p:cNvSpPr txBox="1"/>
          <p:nvPr>
            <p:ph hasCustomPrompt="1" idx="2" type="title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/>
          <p:nvPr>
            <p:ph idx="3" type="subTitle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0"/>
          <p:cNvSpPr txBox="1"/>
          <p:nvPr>
            <p:ph idx="4" type="subTitle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0"/>
          <p:cNvSpPr txBox="1"/>
          <p:nvPr>
            <p:ph hasCustomPrompt="1" idx="5" type="title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/>
          <p:nvPr>
            <p:ph idx="6" type="subTitle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0"/>
          <p:cNvSpPr txBox="1"/>
          <p:nvPr>
            <p:ph idx="7" type="subTitle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0"/>
          <p:cNvSpPr txBox="1"/>
          <p:nvPr>
            <p:ph hasCustomPrompt="1" idx="8" type="title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/>
          <p:nvPr>
            <p:ph idx="9" type="subTitle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0"/>
          <p:cNvSpPr txBox="1"/>
          <p:nvPr>
            <p:ph idx="13" type="subTitle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0"/>
          <p:cNvSpPr txBox="1"/>
          <p:nvPr>
            <p:ph hasCustomPrompt="1" idx="14" type="title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/>
          <p:nvPr>
            <p:ph idx="15" type="subTitle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0"/>
          <p:cNvSpPr txBox="1"/>
          <p:nvPr>
            <p:ph idx="16" type="subTitle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0"/>
          <p:cNvSpPr txBox="1"/>
          <p:nvPr>
            <p:ph hasCustomPrompt="1" idx="17" type="title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/>
          <p:nvPr>
            <p:ph idx="18" type="subTitle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0"/>
          <p:cNvSpPr txBox="1"/>
          <p:nvPr>
            <p:ph idx="19" type="subTitle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0"/>
          <p:cNvSpPr txBox="1"/>
          <p:nvPr>
            <p:ph hasCustomPrompt="1" idx="20" type="title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/>
          <p:nvPr>
            <p:ph idx="21" type="subTitle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1" name="Google Shape;271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/>
          <p:nvPr>
            <p:ph idx="1" type="subTitle"/>
          </p:nvPr>
        </p:nvSpPr>
        <p:spPr>
          <a:xfrm>
            <a:off x="1410963" y="149961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2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" name="Google Shape;286;p21"/>
          <p:cNvSpPr txBox="1"/>
          <p:nvPr>
            <p:ph idx="2" type="subTitle"/>
          </p:nvPr>
        </p:nvSpPr>
        <p:spPr>
          <a:xfrm>
            <a:off x="141146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21"/>
          <p:cNvSpPr txBox="1"/>
          <p:nvPr>
            <p:ph idx="3" type="subTitle"/>
          </p:nvPr>
        </p:nvSpPr>
        <p:spPr>
          <a:xfrm>
            <a:off x="1410988" y="2526349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21"/>
          <p:cNvSpPr txBox="1"/>
          <p:nvPr>
            <p:ph idx="4" type="subTitle"/>
          </p:nvPr>
        </p:nvSpPr>
        <p:spPr>
          <a:xfrm>
            <a:off x="1411225" y="2826240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21"/>
          <p:cNvSpPr txBox="1"/>
          <p:nvPr>
            <p:ph idx="5" type="subTitle"/>
          </p:nvPr>
        </p:nvSpPr>
        <p:spPr>
          <a:xfrm>
            <a:off x="5415963" y="1499611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21"/>
          <p:cNvSpPr txBox="1"/>
          <p:nvPr>
            <p:ph idx="6" type="subTitle"/>
          </p:nvPr>
        </p:nvSpPr>
        <p:spPr>
          <a:xfrm>
            <a:off x="5416013" y="1799502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33210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1"/>
          <p:cNvSpPr txBox="1"/>
          <p:nvPr>
            <p:ph idx="7" type="subTitle"/>
          </p:nvPr>
        </p:nvSpPr>
        <p:spPr>
          <a:xfrm>
            <a:off x="1410963" y="3553089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1"/>
          <p:cNvSpPr txBox="1"/>
          <p:nvPr>
            <p:ph idx="8" type="subTitle"/>
          </p:nvPr>
        </p:nvSpPr>
        <p:spPr>
          <a:xfrm>
            <a:off x="1411463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1"/>
          <p:cNvSpPr txBox="1"/>
          <p:nvPr>
            <p:ph idx="9" type="subTitle"/>
          </p:nvPr>
        </p:nvSpPr>
        <p:spPr>
          <a:xfrm>
            <a:off x="5415788" y="2526351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1"/>
          <p:cNvSpPr txBox="1"/>
          <p:nvPr>
            <p:ph idx="13" type="subTitle"/>
          </p:nvPr>
        </p:nvSpPr>
        <p:spPr>
          <a:xfrm>
            <a:off x="5416125" y="2826251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1"/>
          <p:cNvSpPr txBox="1"/>
          <p:nvPr>
            <p:ph idx="14" type="subTitle"/>
          </p:nvPr>
        </p:nvSpPr>
        <p:spPr>
          <a:xfrm>
            <a:off x="5415963" y="3553087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1"/>
          <p:cNvSpPr txBox="1"/>
          <p:nvPr>
            <p:ph idx="15" type="subTitle"/>
          </p:nvPr>
        </p:nvSpPr>
        <p:spPr>
          <a:xfrm>
            <a:off x="5416013" y="3852989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7" name="Google Shape;297;p2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98" name="Google Shape;298;p21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" name="Google Shape;303;p2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304" name="Google Shape;304;p21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2"/>
          <p:cNvGrpSpPr/>
          <p:nvPr/>
        </p:nvGrpSpPr>
        <p:grpSpPr>
          <a:xfrm>
            <a:off x="-9" y="1669058"/>
            <a:ext cx="2781383" cy="1805382"/>
            <a:chOff x="8024127" y="984378"/>
            <a:chExt cx="2502369" cy="1624275"/>
          </a:xfrm>
        </p:grpSpPr>
        <p:sp>
          <p:nvSpPr>
            <p:cNvPr id="311" name="Google Shape;311;p22"/>
            <p:cNvSpPr/>
            <p:nvPr/>
          </p:nvSpPr>
          <p:spPr>
            <a:xfrm>
              <a:off x="8647339" y="2562003"/>
              <a:ext cx="65709" cy="30106"/>
            </a:xfrm>
            <a:custGeom>
              <a:rect b="b" l="l" r="r" t="t"/>
              <a:pathLst>
                <a:path extrusionOk="0" h="1035" w="2259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8759904" y="2562003"/>
              <a:ext cx="65680" cy="30106"/>
            </a:xfrm>
            <a:custGeom>
              <a:rect b="b" l="l" r="r" t="t"/>
              <a:pathLst>
                <a:path extrusionOk="0" h="1035" w="2258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8872440" y="2562003"/>
              <a:ext cx="65709" cy="30106"/>
            </a:xfrm>
            <a:custGeom>
              <a:rect b="b" l="l" r="r" t="t"/>
              <a:pathLst>
                <a:path extrusionOk="0" h="1035" w="2259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0089400" y="2205025"/>
              <a:ext cx="25" cy="50050"/>
            </a:xfrm>
            <a:custGeom>
              <a:rect b="b" l="l" r="r" t="t"/>
              <a:pathLst>
                <a:path extrusionOk="0" h="2002" w="1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8024127" y="984378"/>
              <a:ext cx="2502369" cy="1624275"/>
            </a:xfrm>
            <a:custGeom>
              <a:rect b="b" l="l" r="r" t="t"/>
              <a:pathLst>
                <a:path extrusionOk="0" h="55841" w="86029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8024127" y="984378"/>
              <a:ext cx="2502369" cy="262020"/>
            </a:xfrm>
            <a:custGeom>
              <a:rect b="b" l="l" r="r" t="t"/>
              <a:pathLst>
                <a:path extrusionOk="0" h="9008" w="86029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8125057" y="1324952"/>
              <a:ext cx="2305388" cy="1198318"/>
            </a:xfrm>
            <a:custGeom>
              <a:rect b="b" l="l" r="r" t="t"/>
              <a:pathLst>
                <a:path extrusionOk="0" h="41197" w="79257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8191986" y="1394818"/>
              <a:ext cx="54365" cy="110620"/>
            </a:xfrm>
            <a:custGeom>
              <a:rect b="b" l="l" r="r" t="t"/>
              <a:pathLst>
                <a:path extrusionOk="0" fill="none" h="3803" w="1869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8385062" y="1394818"/>
              <a:ext cx="55354" cy="110620"/>
            </a:xfrm>
            <a:custGeom>
              <a:rect b="b" l="l" r="r" t="t"/>
              <a:pathLst>
                <a:path extrusionOk="0" fill="none" h="3803" w="1903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8292887" y="1394818"/>
              <a:ext cx="43689" cy="120335"/>
            </a:xfrm>
            <a:custGeom>
              <a:rect b="b" l="l" r="r" t="t"/>
              <a:pathLst>
                <a:path extrusionOk="0" fill="none" h="4137" w="1502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8483055" y="1500548"/>
              <a:ext cx="31095" cy="31095"/>
            </a:xfrm>
            <a:custGeom>
              <a:rect b="b" l="l" r="r" t="t"/>
              <a:pathLst>
                <a:path extrusionOk="0" h="1069" w="1069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8528666" y="1500548"/>
              <a:ext cx="31065" cy="31095"/>
            </a:xfrm>
            <a:custGeom>
              <a:rect b="b" l="l" r="r" t="t"/>
              <a:pathLst>
                <a:path extrusionOk="0" h="1069" w="1068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8593674" y="1500548"/>
              <a:ext cx="31065" cy="31095"/>
            </a:xfrm>
            <a:custGeom>
              <a:rect b="b" l="l" r="r" t="t"/>
              <a:pathLst>
                <a:path extrusionOk="0" h="1069" w="1068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8219152" y="1627656"/>
              <a:ext cx="1656300" cy="29"/>
            </a:xfrm>
            <a:custGeom>
              <a:rect b="b" l="l" r="r" t="t"/>
              <a:pathLst>
                <a:path extrusionOk="0" fill="none" h="1" w="56942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9975312" y="1627656"/>
              <a:ext cx="128101" cy="29"/>
            </a:xfrm>
            <a:custGeom>
              <a:rect b="b" l="l" r="r" t="t"/>
              <a:pathLst>
                <a:path extrusionOk="0" fill="none" h="1" w="4404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10174205" y="1627656"/>
              <a:ext cx="163035" cy="29"/>
            </a:xfrm>
            <a:custGeom>
              <a:rect b="b" l="l" r="r" t="t"/>
              <a:pathLst>
                <a:path extrusionOk="0" fill="none" h="1" w="5605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cap="rnd" cmpd="sng" w="20850">
              <a:solidFill>
                <a:srgbClr val="12D7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8219152" y="1757673"/>
              <a:ext cx="1036300" cy="29"/>
            </a:xfrm>
            <a:custGeom>
              <a:rect b="b" l="l" r="r" t="t"/>
              <a:pathLst>
                <a:path extrusionOk="0" fill="none" h="1" w="35627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9408676" y="1757673"/>
              <a:ext cx="186335" cy="29"/>
            </a:xfrm>
            <a:custGeom>
              <a:rect b="b" l="l" r="r" t="t"/>
              <a:pathLst>
                <a:path extrusionOk="0" fill="none" h="1" w="6406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9090440" y="1832396"/>
              <a:ext cx="504581" cy="29"/>
            </a:xfrm>
            <a:custGeom>
              <a:rect b="b" l="l" r="r" t="t"/>
              <a:pathLst>
                <a:path extrusionOk="0" fill="none" h="1" w="17347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8919673" y="1832396"/>
              <a:ext cx="101923" cy="29"/>
            </a:xfrm>
            <a:custGeom>
              <a:rect b="b" l="l" r="r" t="t"/>
              <a:pathLst>
                <a:path extrusionOk="0" fill="none" h="1" w="3504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8737271" y="1832396"/>
              <a:ext cx="101894" cy="29"/>
            </a:xfrm>
            <a:custGeom>
              <a:rect b="b" l="l" r="r" t="t"/>
              <a:pathLst>
                <a:path extrusionOk="0" fill="none" h="1" w="3503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8555829" y="1832396"/>
              <a:ext cx="100934" cy="29"/>
            </a:xfrm>
            <a:custGeom>
              <a:rect b="b" l="l" r="r" t="t"/>
              <a:pathLst>
                <a:path extrusionOk="0" fill="none" h="1" w="347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8373428" y="1832396"/>
              <a:ext cx="100934" cy="29"/>
            </a:xfrm>
            <a:custGeom>
              <a:rect b="b" l="l" r="r" t="t"/>
              <a:pathLst>
                <a:path extrusionOk="0" fill="none" h="1" w="347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8373428" y="1923582"/>
              <a:ext cx="1570900" cy="29"/>
            </a:xfrm>
            <a:custGeom>
              <a:rect b="b" l="l" r="r" t="t"/>
              <a:pathLst>
                <a:path extrusionOk="0" fill="none" h="1" w="54006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8219152" y="1832396"/>
              <a:ext cx="36912" cy="29"/>
            </a:xfrm>
            <a:custGeom>
              <a:rect b="b" l="l" r="r" t="t"/>
              <a:pathLst>
                <a:path extrusionOk="0" fill="none" h="1" w="1269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8219152" y="1923582"/>
              <a:ext cx="36912" cy="29"/>
            </a:xfrm>
            <a:custGeom>
              <a:rect b="b" l="l" r="r" t="t"/>
              <a:pathLst>
                <a:path extrusionOk="0" fill="none" h="1" w="1269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8219152" y="2014798"/>
              <a:ext cx="36912" cy="29"/>
            </a:xfrm>
            <a:custGeom>
              <a:rect b="b" l="l" r="r" t="t"/>
              <a:pathLst>
                <a:path extrusionOk="0" fill="none" h="1" w="1269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8219152" y="2105984"/>
              <a:ext cx="36912" cy="29"/>
            </a:xfrm>
            <a:custGeom>
              <a:rect b="b" l="l" r="r" t="t"/>
              <a:pathLst>
                <a:path extrusionOk="0" fill="none" h="1" w="1269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20850">
              <a:solidFill>
                <a:srgbClr val="12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10039331" y="1923582"/>
              <a:ext cx="216411" cy="29"/>
            </a:xfrm>
            <a:custGeom>
              <a:rect b="b" l="l" r="r" t="t"/>
              <a:pathLst>
                <a:path extrusionOk="0" fill="none" h="1" w="744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8369559" y="2014798"/>
              <a:ext cx="434713" cy="29"/>
            </a:xfrm>
            <a:custGeom>
              <a:rect b="b" l="l" r="r" t="t"/>
              <a:pathLst>
                <a:path extrusionOk="0" fill="none" h="1" w="14945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8369559" y="2107933"/>
              <a:ext cx="434713" cy="29"/>
            </a:xfrm>
            <a:custGeom>
              <a:rect b="b" l="l" r="r" t="t"/>
              <a:pathLst>
                <a:path extrusionOk="0" fill="none" h="1" w="14945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8369559" y="2202057"/>
              <a:ext cx="434713" cy="29"/>
            </a:xfrm>
            <a:custGeom>
              <a:rect b="b" l="l" r="r" t="t"/>
              <a:pathLst>
                <a:path extrusionOk="0" fill="none" h="1" w="14945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8369559" y="2295192"/>
              <a:ext cx="434713" cy="29"/>
            </a:xfrm>
            <a:custGeom>
              <a:rect b="b" l="l" r="r" t="t"/>
              <a:pathLst>
                <a:path extrusionOk="0" fill="none" h="1" w="14945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cap="rnd" cmpd="sng" w="208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9090440" y="2295192"/>
              <a:ext cx="884929" cy="29"/>
            </a:xfrm>
            <a:custGeom>
              <a:rect b="b" l="l" r="r" t="t"/>
              <a:pathLst>
                <a:path extrusionOk="0" fill="none" h="1" w="30423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cap="rnd" cmpd="sng" w="208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9615336" y="2202057"/>
              <a:ext cx="360016" cy="29"/>
            </a:xfrm>
            <a:custGeom>
              <a:rect b="b" l="l" r="r" t="t"/>
              <a:pathLst>
                <a:path extrusionOk="0" fill="none" h="1" w="12377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cap="rnd" cmpd="sng" w="208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9832671" y="2105984"/>
              <a:ext cx="142674" cy="29"/>
            </a:xfrm>
            <a:custGeom>
              <a:rect b="b" l="l" r="r" t="t"/>
              <a:pathLst>
                <a:path extrusionOk="0" fill="none" h="1" w="4905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cap="rnd" cmpd="sng" w="208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22"/>
          <p:cNvGrpSpPr/>
          <p:nvPr/>
        </p:nvGrpSpPr>
        <p:grpSpPr>
          <a:xfrm flipH="1">
            <a:off x="7058589" y="1071875"/>
            <a:ext cx="2085403" cy="2999739"/>
            <a:chOff x="7435625" y="1209875"/>
            <a:chExt cx="1470250" cy="2114875"/>
          </a:xfrm>
        </p:grpSpPr>
        <p:sp>
          <p:nvSpPr>
            <p:cNvPr id="348" name="Google Shape;348;p22"/>
            <p:cNvSpPr/>
            <p:nvPr/>
          </p:nvSpPr>
          <p:spPr>
            <a:xfrm>
              <a:off x="7658275" y="3273025"/>
              <a:ext cx="120950" cy="12550"/>
            </a:xfrm>
            <a:custGeom>
              <a:rect b="b" l="l" r="r" t="t"/>
              <a:pathLst>
                <a:path extrusionOk="0" h="502" w="4838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7494000" y="3273025"/>
              <a:ext cx="120950" cy="12550"/>
            </a:xfrm>
            <a:custGeom>
              <a:rect b="b" l="l" r="r" t="t"/>
              <a:pathLst>
                <a:path extrusionOk="0" h="502" w="4838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7821725" y="3273025"/>
              <a:ext cx="120950" cy="12550"/>
            </a:xfrm>
            <a:custGeom>
              <a:rect b="b" l="l" r="r" t="t"/>
              <a:pathLst>
                <a:path extrusionOk="0" h="502" w="4838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970175" y="3087075"/>
              <a:ext cx="106775" cy="109250"/>
            </a:xfrm>
            <a:custGeom>
              <a:rect b="b" l="l" r="r" t="t"/>
              <a:pathLst>
                <a:path extrusionOk="0" h="4370" w="4271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7970175" y="3087075"/>
              <a:ext cx="106775" cy="106750"/>
            </a:xfrm>
            <a:custGeom>
              <a:rect b="b" l="l" r="r" t="t"/>
              <a:pathLst>
                <a:path extrusionOk="0" h="4270" w="4271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7980175" y="3096250"/>
              <a:ext cx="87600" cy="88400"/>
            </a:xfrm>
            <a:custGeom>
              <a:rect b="b" l="l" r="r" t="t"/>
              <a:pathLst>
                <a:path extrusionOk="0" h="3536" w="3504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7980175" y="3139600"/>
              <a:ext cx="87600" cy="45050"/>
            </a:xfrm>
            <a:custGeom>
              <a:rect b="b" l="l" r="r" t="t"/>
              <a:pathLst>
                <a:path extrusionOk="0" h="1802" w="3504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631600" y="2647575"/>
              <a:ext cx="102600" cy="30900"/>
            </a:xfrm>
            <a:custGeom>
              <a:rect b="b" l="l" r="r" t="t"/>
              <a:pathLst>
                <a:path extrusionOk="0" h="1236" w="4104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753350" y="2647575"/>
              <a:ext cx="102600" cy="30900"/>
            </a:xfrm>
            <a:custGeom>
              <a:rect b="b" l="l" r="r" t="t"/>
              <a:pathLst>
                <a:path extrusionOk="0" h="1236" w="4104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7478150" y="2827700"/>
              <a:ext cx="664675" cy="30900"/>
            </a:xfrm>
            <a:custGeom>
              <a:rect b="b" l="l" r="r" t="t"/>
              <a:pathLst>
                <a:path extrusionOk="0" h="1236" w="26587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7977675" y="2891100"/>
              <a:ext cx="130125" cy="31700"/>
            </a:xfrm>
            <a:custGeom>
              <a:rect b="b" l="l" r="r" t="t"/>
              <a:pathLst>
                <a:path extrusionOk="0" h="1268" w="5205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7840925" y="2891100"/>
              <a:ext cx="117600" cy="31700"/>
            </a:xfrm>
            <a:custGeom>
              <a:rect b="b" l="l" r="r" t="t"/>
              <a:pathLst>
                <a:path extrusionOk="0" h="1268" w="4704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7735850" y="2445775"/>
              <a:ext cx="619625" cy="520400"/>
            </a:xfrm>
            <a:custGeom>
              <a:rect b="b" l="l" r="r" t="t"/>
              <a:pathLst>
                <a:path extrusionOk="0" h="20816" w="24785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7435625" y="1671050"/>
              <a:ext cx="1062450" cy="1653700"/>
            </a:xfrm>
            <a:custGeom>
              <a:rect b="b" l="l" r="r" t="t"/>
              <a:pathLst>
                <a:path extrusionOk="0" h="66148" w="42498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435625" y="1671050"/>
              <a:ext cx="1062450" cy="150125"/>
            </a:xfrm>
            <a:custGeom>
              <a:rect b="b" l="l" r="r" t="t"/>
              <a:pathLst>
                <a:path extrusionOk="0" h="6005" w="42498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7493175" y="1866200"/>
              <a:ext cx="949850" cy="1409350"/>
            </a:xfrm>
            <a:custGeom>
              <a:rect b="b" l="l" r="r" t="t"/>
              <a:pathLst>
                <a:path extrusionOk="0" h="56374" w="37994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7725000" y="1721075"/>
              <a:ext cx="50900" cy="25900"/>
            </a:xfrm>
            <a:custGeom>
              <a:rect b="b" l="l" r="r" t="t"/>
              <a:pathLst>
                <a:path extrusionOk="0" h="1036" w="2036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7539025" y="2031300"/>
              <a:ext cx="674675" cy="15875"/>
            </a:xfrm>
            <a:custGeom>
              <a:rect b="b" l="l" r="r" t="t"/>
              <a:pathLst>
                <a:path extrusionOk="0" h="635" w="26987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8255375" y="2031300"/>
              <a:ext cx="65075" cy="15875"/>
            </a:xfrm>
            <a:custGeom>
              <a:rect b="b" l="l" r="r" t="t"/>
              <a:pathLst>
                <a:path extrusionOk="0" h="635" w="2603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8345450" y="2031300"/>
              <a:ext cx="52550" cy="15875"/>
            </a:xfrm>
            <a:custGeom>
              <a:rect b="b" l="l" r="r" t="t"/>
              <a:pathLst>
                <a:path extrusionOk="0" h="635" w="2102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7539025" y="2105525"/>
              <a:ext cx="386150" cy="15875"/>
            </a:xfrm>
            <a:custGeom>
              <a:rect b="b" l="l" r="r" t="t"/>
              <a:pathLst>
                <a:path extrusionOk="0" h="635" w="15446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31800" y="2105525"/>
              <a:ext cx="121800" cy="15875"/>
            </a:xfrm>
            <a:custGeom>
              <a:rect b="b" l="l" r="r" t="t"/>
              <a:pathLst>
                <a:path extrusionOk="0" h="635" w="4872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971850" y="2148050"/>
              <a:ext cx="81750" cy="16700"/>
            </a:xfrm>
            <a:custGeom>
              <a:rect b="b" l="l" r="r" t="t"/>
              <a:pathLst>
                <a:path extrusionOk="0" h="668" w="327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7931800" y="2148050"/>
              <a:ext cx="24225" cy="16700"/>
            </a:xfrm>
            <a:custGeom>
              <a:rect b="b" l="l" r="r" t="t"/>
              <a:pathLst>
                <a:path extrusionOk="0" h="668" w="969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7835900" y="2148050"/>
              <a:ext cx="73425" cy="16700"/>
            </a:xfrm>
            <a:custGeom>
              <a:rect b="b" l="l" r="r" t="t"/>
              <a:pathLst>
                <a:path extrusionOk="0" h="668" w="2937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7731675" y="2148050"/>
              <a:ext cx="74250" cy="16700"/>
            </a:xfrm>
            <a:custGeom>
              <a:rect b="b" l="l" r="r" t="t"/>
              <a:pathLst>
                <a:path extrusionOk="0" h="668" w="297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7627425" y="2148050"/>
              <a:ext cx="74250" cy="16700"/>
            </a:xfrm>
            <a:custGeom>
              <a:rect b="b" l="l" r="r" t="t"/>
              <a:pathLst>
                <a:path extrusionOk="0" h="668" w="297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7627425" y="2200600"/>
              <a:ext cx="626300" cy="15875"/>
            </a:xfrm>
            <a:custGeom>
              <a:rect b="b" l="l" r="r" t="t"/>
              <a:pathLst>
                <a:path extrusionOk="0" h="635" w="25052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539025" y="2148050"/>
              <a:ext cx="37550" cy="16700"/>
            </a:xfrm>
            <a:custGeom>
              <a:rect b="b" l="l" r="r" t="t"/>
              <a:pathLst>
                <a:path extrusionOk="0" h="668" w="1502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7539025" y="2200600"/>
              <a:ext cx="37550" cy="15875"/>
            </a:xfrm>
            <a:custGeom>
              <a:rect b="b" l="l" r="r" t="t"/>
              <a:pathLst>
                <a:path extrusionOk="0" h="635" w="1502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539025" y="2252300"/>
              <a:ext cx="37550" cy="16700"/>
            </a:xfrm>
            <a:custGeom>
              <a:rect b="b" l="l" r="r" t="t"/>
              <a:pathLst>
                <a:path extrusionOk="0" h="668" w="1502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7539025" y="2304850"/>
              <a:ext cx="37550" cy="15850"/>
            </a:xfrm>
            <a:custGeom>
              <a:rect b="b" l="l" r="r" t="t"/>
              <a:pathLst>
                <a:path extrusionOk="0" h="634" w="1502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8292075" y="2200600"/>
              <a:ext cx="91750" cy="15875"/>
            </a:xfrm>
            <a:custGeom>
              <a:rect b="b" l="l" r="r" t="t"/>
              <a:pathLst>
                <a:path extrusionOk="0" h="635" w="367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7624925" y="2252300"/>
              <a:ext cx="264375" cy="16700"/>
            </a:xfrm>
            <a:custGeom>
              <a:rect b="b" l="l" r="r" t="t"/>
              <a:pathLst>
                <a:path extrusionOk="0" h="668" w="10575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7971850" y="2412425"/>
              <a:ext cx="299400" cy="16700"/>
            </a:xfrm>
            <a:custGeom>
              <a:rect b="b" l="l" r="r" t="t"/>
              <a:pathLst>
                <a:path extrusionOk="0" h="668" w="11976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8049400" y="2359050"/>
              <a:ext cx="221850" cy="16700"/>
            </a:xfrm>
            <a:custGeom>
              <a:rect b="b" l="l" r="r" t="t"/>
              <a:pathLst>
                <a:path extrusionOk="0" h="668" w="8874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8173650" y="2304850"/>
              <a:ext cx="97600" cy="15850"/>
            </a:xfrm>
            <a:custGeom>
              <a:rect b="b" l="l" r="r" t="t"/>
              <a:pathLst>
                <a:path extrusionOk="0" h="634" w="3904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7539025" y="1958750"/>
              <a:ext cx="312750" cy="15875"/>
            </a:xfrm>
            <a:custGeom>
              <a:rect b="b" l="l" r="r" t="t"/>
              <a:pathLst>
                <a:path extrusionOk="0" h="635" w="1251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7539025" y="2539175"/>
              <a:ext cx="505400" cy="16700"/>
            </a:xfrm>
            <a:custGeom>
              <a:rect b="b" l="l" r="r" t="t"/>
              <a:pathLst>
                <a:path extrusionOk="0" h="668" w="20216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7539025" y="2603375"/>
              <a:ext cx="505400" cy="16725"/>
            </a:xfrm>
            <a:custGeom>
              <a:rect b="b" l="l" r="r" t="t"/>
              <a:pathLst>
                <a:path extrusionOk="0" h="669" w="20216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7539025" y="2667600"/>
              <a:ext cx="504550" cy="16700"/>
            </a:xfrm>
            <a:custGeom>
              <a:rect b="b" l="l" r="r" t="t"/>
              <a:pathLst>
                <a:path extrusionOk="0" h="668" w="20182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539025" y="3051200"/>
              <a:ext cx="504550" cy="15875"/>
            </a:xfrm>
            <a:custGeom>
              <a:rect b="b" l="l" r="r" t="t"/>
              <a:pathLst>
                <a:path extrusionOk="0" h="635" w="20182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7998525" y="2464950"/>
              <a:ext cx="150125" cy="15875"/>
            </a:xfrm>
            <a:custGeom>
              <a:rect b="b" l="l" r="r" t="t"/>
              <a:pathLst>
                <a:path extrusionOk="0" h="635" w="6005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8197825" y="2464950"/>
              <a:ext cx="200175" cy="15875"/>
            </a:xfrm>
            <a:custGeom>
              <a:rect b="b" l="l" r="r" t="t"/>
              <a:pathLst>
                <a:path extrusionOk="0" h="635" w="8007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197825" y="2539175"/>
              <a:ext cx="200175" cy="16700"/>
            </a:xfrm>
            <a:custGeom>
              <a:rect b="b" l="l" r="r" t="t"/>
              <a:pathLst>
                <a:path extrusionOk="0" h="668" w="8007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539025" y="3148775"/>
              <a:ext cx="76750" cy="15875"/>
            </a:xfrm>
            <a:custGeom>
              <a:rect b="b" l="l" r="r" t="t"/>
              <a:pathLst>
                <a:path extrusionOk="0" h="635" w="307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2"/>
            <p:cNvSpPr/>
            <p:nvPr/>
          </p:nvSpPr>
          <p:spPr>
            <a:xfrm>
              <a:off x="7539025" y="3197150"/>
              <a:ext cx="76750" cy="16700"/>
            </a:xfrm>
            <a:custGeom>
              <a:rect b="b" l="l" r="r" t="t"/>
              <a:pathLst>
                <a:path extrusionOk="0" h="668" w="307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7635775" y="3197150"/>
              <a:ext cx="469525" cy="16700"/>
            </a:xfrm>
            <a:custGeom>
              <a:rect b="b" l="l" r="r" t="t"/>
              <a:pathLst>
                <a:path extrusionOk="0" h="668" w="18781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7657450" y="3148775"/>
              <a:ext cx="75900" cy="15875"/>
            </a:xfrm>
            <a:custGeom>
              <a:rect b="b" l="l" r="r" t="t"/>
              <a:pathLst>
                <a:path extrusionOk="0" h="635" w="3036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775025" y="3148775"/>
              <a:ext cx="76750" cy="15875"/>
            </a:xfrm>
            <a:custGeom>
              <a:rect b="b" l="l" r="r" t="t"/>
              <a:pathLst>
                <a:path extrusionOk="0" h="635" w="307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7893450" y="3148775"/>
              <a:ext cx="75925" cy="15875"/>
            </a:xfrm>
            <a:custGeom>
              <a:rect b="b" l="l" r="r" t="t"/>
              <a:pathLst>
                <a:path extrusionOk="0" h="635" w="3037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011875" y="3148775"/>
              <a:ext cx="75900" cy="15875"/>
            </a:xfrm>
            <a:custGeom>
              <a:rect b="b" l="l" r="r" t="t"/>
              <a:pathLst>
                <a:path extrusionOk="0" h="635" w="3036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8129450" y="3148775"/>
              <a:ext cx="76750" cy="15875"/>
            </a:xfrm>
            <a:custGeom>
              <a:rect b="b" l="l" r="r" t="t"/>
              <a:pathLst>
                <a:path extrusionOk="0" h="635" w="307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247875" y="3148775"/>
              <a:ext cx="51725" cy="15875"/>
            </a:xfrm>
            <a:custGeom>
              <a:rect b="b" l="l" r="r" t="t"/>
              <a:pathLst>
                <a:path extrusionOk="0" h="635" w="2069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089425" y="1209875"/>
              <a:ext cx="816450" cy="748075"/>
            </a:xfrm>
            <a:custGeom>
              <a:rect b="b" l="l" r="r" t="t"/>
              <a:pathLst>
                <a:path extrusionOk="0" h="29923" w="32658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8134450" y="1359150"/>
              <a:ext cx="729725" cy="561275"/>
            </a:xfrm>
            <a:custGeom>
              <a:rect b="b" l="l" r="r" t="t"/>
              <a:pathLst>
                <a:path extrusionOk="0" h="22451" w="29189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8169475" y="1485925"/>
              <a:ext cx="518725" cy="12525"/>
            </a:xfrm>
            <a:custGeom>
              <a:rect b="b" l="l" r="r" t="t"/>
              <a:pathLst>
                <a:path extrusionOk="0" h="501" w="20749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8719875" y="1485925"/>
              <a:ext cx="50050" cy="12525"/>
            </a:xfrm>
            <a:custGeom>
              <a:rect b="b" l="l" r="r" t="t"/>
              <a:pathLst>
                <a:path extrusionOk="0" h="501" w="2002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8169475" y="1543450"/>
              <a:ext cx="296900" cy="12550"/>
            </a:xfrm>
            <a:custGeom>
              <a:rect b="b" l="l" r="r" t="t"/>
              <a:pathLst>
                <a:path extrusionOk="0" h="502" w="11876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8470525" y="1543450"/>
              <a:ext cx="94275" cy="12550"/>
            </a:xfrm>
            <a:custGeom>
              <a:rect b="b" l="l" r="r" t="t"/>
              <a:pathLst>
                <a:path extrusionOk="0" h="502" w="3771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502225" y="1576825"/>
              <a:ext cx="62575" cy="11700"/>
            </a:xfrm>
            <a:custGeom>
              <a:rect b="b" l="l" r="r" t="t"/>
              <a:pathLst>
                <a:path extrusionOk="0" h="468" w="2503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471375" y="1576825"/>
              <a:ext cx="18350" cy="11700"/>
            </a:xfrm>
            <a:custGeom>
              <a:rect b="b" l="l" r="r" t="t"/>
              <a:pathLst>
                <a:path extrusionOk="0" h="468" w="734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8397150" y="1576825"/>
              <a:ext cx="56725" cy="11700"/>
            </a:xfrm>
            <a:custGeom>
              <a:rect b="b" l="l" r="r" t="t"/>
              <a:pathLst>
                <a:path extrusionOk="0" h="468" w="2269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317075" y="1576825"/>
              <a:ext cx="56750" cy="11700"/>
            </a:xfrm>
            <a:custGeom>
              <a:rect b="b" l="l" r="r" t="t"/>
              <a:pathLst>
                <a:path extrusionOk="0" h="468" w="227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237025" y="1576825"/>
              <a:ext cx="56725" cy="11700"/>
            </a:xfrm>
            <a:custGeom>
              <a:rect b="b" l="l" r="r" t="t"/>
              <a:pathLst>
                <a:path extrusionOk="0" h="468" w="2269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237025" y="1616850"/>
              <a:ext cx="481200" cy="11700"/>
            </a:xfrm>
            <a:custGeom>
              <a:rect b="b" l="l" r="r" t="t"/>
              <a:pathLst>
                <a:path extrusionOk="0" h="468" w="19248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169475" y="1576825"/>
              <a:ext cx="28375" cy="11700"/>
            </a:xfrm>
            <a:custGeom>
              <a:rect b="b" l="l" r="r" t="t"/>
              <a:pathLst>
                <a:path extrusionOk="0" h="468" w="1135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169475" y="1616850"/>
              <a:ext cx="28375" cy="11700"/>
            </a:xfrm>
            <a:custGeom>
              <a:rect b="b" l="l" r="r" t="t"/>
              <a:pathLst>
                <a:path extrusionOk="0" h="468" w="1135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8169475" y="1656875"/>
              <a:ext cx="28375" cy="11700"/>
            </a:xfrm>
            <a:custGeom>
              <a:rect b="b" l="l" r="r" t="t"/>
              <a:pathLst>
                <a:path extrusionOk="0" h="468" w="1135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8747400" y="1616850"/>
              <a:ext cx="70900" cy="11700"/>
            </a:xfrm>
            <a:custGeom>
              <a:rect b="b" l="l" r="r" t="t"/>
              <a:pathLst>
                <a:path extrusionOk="0" h="468" w="2836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235350" y="1656875"/>
              <a:ext cx="203525" cy="11700"/>
            </a:xfrm>
            <a:custGeom>
              <a:rect b="b" l="l" r="r" t="t"/>
              <a:pathLst>
                <a:path extrusionOk="0" h="468" w="8141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502225" y="1708575"/>
              <a:ext cx="229350" cy="12525"/>
            </a:xfrm>
            <a:custGeom>
              <a:rect b="b" l="l" r="r" t="t"/>
              <a:pathLst>
                <a:path extrusionOk="0" h="501" w="9174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656500" y="1681050"/>
              <a:ext cx="75075" cy="12550"/>
            </a:xfrm>
            <a:custGeom>
              <a:rect b="b" l="l" r="r" t="t"/>
              <a:pathLst>
                <a:path extrusionOk="0" h="502" w="3003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8169475" y="1430875"/>
              <a:ext cx="240200" cy="12550"/>
            </a:xfrm>
            <a:custGeom>
              <a:rect b="b" l="l" r="r" t="t"/>
              <a:pathLst>
                <a:path extrusionOk="0" h="502" w="9608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8169475" y="1821150"/>
              <a:ext cx="387800" cy="11700"/>
            </a:xfrm>
            <a:custGeom>
              <a:rect b="b" l="l" r="r" t="t"/>
              <a:pathLst>
                <a:path extrusionOk="0" h="468" w="15512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522225" y="1749450"/>
              <a:ext cx="115125" cy="11700"/>
            </a:xfrm>
            <a:custGeom>
              <a:rect b="b" l="l" r="r" t="t"/>
              <a:pathLst>
                <a:path extrusionOk="0" h="468" w="4605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8675675" y="1749450"/>
              <a:ext cx="153475" cy="11700"/>
            </a:xfrm>
            <a:custGeom>
              <a:rect b="b" l="l" r="r" t="t"/>
              <a:pathLst>
                <a:path extrusionOk="0" h="468" w="6139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8675675" y="1806150"/>
              <a:ext cx="153475" cy="12525"/>
            </a:xfrm>
            <a:custGeom>
              <a:rect b="b" l="l" r="r" t="t"/>
              <a:pathLst>
                <a:path extrusionOk="0" h="501" w="6139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169475" y="1860350"/>
              <a:ext cx="58400" cy="12525"/>
            </a:xfrm>
            <a:custGeom>
              <a:rect b="b" l="l" r="r" t="t"/>
              <a:pathLst>
                <a:path extrusionOk="0" h="501" w="2336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242875" y="1860350"/>
              <a:ext cx="361100" cy="12525"/>
            </a:xfrm>
            <a:custGeom>
              <a:rect b="b" l="l" r="r" t="t"/>
              <a:pathLst>
                <a:path extrusionOk="0" h="501" w="14444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8" name="Google Shape;428;p22"/>
          <p:cNvSpPr txBox="1"/>
          <p:nvPr>
            <p:ph type="ctrTitle"/>
          </p:nvPr>
        </p:nvSpPr>
        <p:spPr>
          <a:xfrm>
            <a:off x="1887750" y="611725"/>
            <a:ext cx="5368500" cy="10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9" name="Google Shape;429;p22"/>
          <p:cNvSpPr txBox="1"/>
          <p:nvPr>
            <p:ph idx="1" type="subTitle"/>
          </p:nvPr>
        </p:nvSpPr>
        <p:spPr>
          <a:xfrm>
            <a:off x="3044675" y="2305050"/>
            <a:ext cx="30549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0" name="Google Shape;430;p22"/>
          <p:cNvSpPr txBox="1"/>
          <p:nvPr/>
        </p:nvSpPr>
        <p:spPr>
          <a:xfrm>
            <a:off x="2228550" y="4151400"/>
            <a:ext cx="46869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CREDITS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This presentation template was created by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200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lang="en" sz="1200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b="1" lang="en" sz="1200">
                <a:solidFill>
                  <a:schemeClr val="accen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flipH="1" rot="10800000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flipH="1" rot="5400000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flipH="1" rot="-5400000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rect b="b" l="l" r="r" t="t"/>
              <a:pathLst>
                <a:path extrusionOk="0" h="19530" w="33428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rect b="b" l="l" r="r" t="t"/>
              <a:pathLst>
                <a:path extrusionOk="0" h="28194" w="29294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rect b="b" l="l" r="r" t="t"/>
              <a:pathLst>
                <a:path extrusionOk="0" h="26043" w="26043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rect b="b" l="l" r="r" t="t"/>
              <a:pathLst>
                <a:path extrusionOk="0" h="19530" w="29294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rect b="b" l="l" r="r" t="t"/>
              <a:pathLst>
                <a:path extrusionOk="0" h="13018" w="24298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  <p15:guide id="7" pos="1667">
          <p15:clr>
            <a:srgbClr val="EA4335"/>
          </p15:clr>
        </p15:guide>
        <p15:guide id="8" pos="40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5"/>
          <p:cNvSpPr txBox="1"/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PowerBI!</a:t>
            </a:r>
            <a:endParaRPr/>
          </a:p>
        </p:txBody>
      </p:sp>
      <p:sp>
        <p:nvSpPr>
          <p:cNvPr id="474" name="Google Shape;474;p25"/>
          <p:cNvSpPr txBox="1"/>
          <p:nvPr>
            <p:ph idx="1" type="subTitle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Jessica Tran</a:t>
            </a:r>
            <a:endParaRPr/>
          </a:p>
        </p:txBody>
      </p:sp>
      <p:sp>
        <p:nvSpPr>
          <p:cNvPr id="475" name="Google Shape;475;p25"/>
          <p:cNvSpPr/>
          <p:nvPr/>
        </p:nvSpPr>
        <p:spPr>
          <a:xfrm>
            <a:off x="5827391" y="2727835"/>
            <a:ext cx="2584558" cy="1618980"/>
          </a:xfrm>
          <a:custGeom>
            <a:rect b="b" l="l" r="r" t="t"/>
            <a:pathLst>
              <a:path extrusionOk="0" h="61746" w="98572">
                <a:moveTo>
                  <a:pt x="5705" y="1"/>
                </a:moveTo>
                <a:cubicBezTo>
                  <a:pt x="2569" y="1"/>
                  <a:pt x="1" y="2536"/>
                  <a:pt x="1" y="5672"/>
                </a:cubicBezTo>
                <a:lnTo>
                  <a:pt x="1" y="56074"/>
                </a:lnTo>
                <a:cubicBezTo>
                  <a:pt x="1" y="59210"/>
                  <a:pt x="2569" y="61745"/>
                  <a:pt x="5705" y="61745"/>
                </a:cubicBezTo>
                <a:lnTo>
                  <a:pt x="92867" y="61745"/>
                </a:lnTo>
                <a:cubicBezTo>
                  <a:pt x="96003" y="61745"/>
                  <a:pt x="98571" y="59210"/>
                  <a:pt x="98571" y="56074"/>
                </a:cubicBezTo>
                <a:lnTo>
                  <a:pt x="98571" y="5672"/>
                </a:lnTo>
                <a:cubicBezTo>
                  <a:pt x="98571" y="2536"/>
                  <a:pt x="96003" y="1"/>
                  <a:pt x="92867" y="1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6036442" y="2901883"/>
            <a:ext cx="2166454" cy="938519"/>
          </a:xfrm>
          <a:custGeom>
            <a:rect b="b" l="l" r="r" t="t"/>
            <a:pathLst>
              <a:path extrusionOk="0" h="35794" w="82626">
                <a:moveTo>
                  <a:pt x="2002" y="1"/>
                </a:moveTo>
                <a:cubicBezTo>
                  <a:pt x="901" y="1"/>
                  <a:pt x="0" y="868"/>
                  <a:pt x="0" y="2002"/>
                </a:cubicBezTo>
                <a:lnTo>
                  <a:pt x="0" y="33792"/>
                </a:lnTo>
                <a:cubicBezTo>
                  <a:pt x="0" y="34893"/>
                  <a:pt x="901" y="35793"/>
                  <a:pt x="2002" y="35793"/>
                </a:cubicBezTo>
                <a:lnTo>
                  <a:pt x="80624" y="35793"/>
                </a:lnTo>
                <a:cubicBezTo>
                  <a:pt x="81725" y="35793"/>
                  <a:pt x="82626" y="34893"/>
                  <a:pt x="82626" y="33792"/>
                </a:cubicBezTo>
                <a:lnTo>
                  <a:pt x="82626" y="2002"/>
                </a:lnTo>
                <a:cubicBezTo>
                  <a:pt x="82626" y="868"/>
                  <a:pt x="81725" y="1"/>
                  <a:pt x="80624" y="1"/>
                </a:cubicBezTo>
                <a:close/>
              </a:path>
            </a:pathLst>
          </a:custGeom>
          <a:solidFill>
            <a:srgbClr val="BEC0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5"/>
          <p:cNvSpPr/>
          <p:nvPr/>
        </p:nvSpPr>
        <p:spPr>
          <a:xfrm>
            <a:off x="6804345" y="3515875"/>
            <a:ext cx="125987" cy="13162"/>
          </a:xfrm>
          <a:custGeom>
            <a:rect b="b" l="l" r="r" t="t"/>
            <a:pathLst>
              <a:path extrusionOk="0" h="502" w="4805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8"/>
                  <a:pt x="4804" y="501"/>
                </a:cubicBezTo>
                <a:lnTo>
                  <a:pt x="4804" y="401"/>
                </a:lnTo>
                <a:cubicBezTo>
                  <a:pt x="4804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5"/>
          <p:cNvSpPr/>
          <p:nvPr/>
        </p:nvSpPr>
        <p:spPr>
          <a:xfrm>
            <a:off x="6804345" y="3204513"/>
            <a:ext cx="125987" cy="13136"/>
          </a:xfrm>
          <a:custGeom>
            <a:rect b="b" l="l" r="r" t="t"/>
            <a:pathLst>
              <a:path extrusionOk="0" h="501" w="4805">
                <a:moveTo>
                  <a:pt x="401" y="1"/>
                </a:moveTo>
                <a:cubicBezTo>
                  <a:pt x="168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501"/>
                </a:cubicBezTo>
                <a:lnTo>
                  <a:pt x="4804" y="401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6804345" y="3061064"/>
            <a:ext cx="125987" cy="13162"/>
          </a:xfrm>
          <a:custGeom>
            <a:rect b="b" l="l" r="r" t="t"/>
            <a:pathLst>
              <a:path extrusionOk="0" h="502" w="4805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5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6804345" y="3360207"/>
            <a:ext cx="125987" cy="12271"/>
          </a:xfrm>
          <a:custGeom>
            <a:rect b="b" l="l" r="r" t="t"/>
            <a:pathLst>
              <a:path extrusionOk="0" h="468" w="4805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467"/>
                </a:cubicBezTo>
                <a:lnTo>
                  <a:pt x="4804" y="400"/>
                </a:lnTo>
                <a:cubicBezTo>
                  <a:pt x="4804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6288337" y="3360207"/>
            <a:ext cx="126826" cy="13136"/>
          </a:xfrm>
          <a:custGeom>
            <a:rect b="b" l="l" r="r" t="t"/>
            <a:pathLst>
              <a:path extrusionOk="0" h="501" w="4837">
                <a:moveTo>
                  <a:pt x="400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6804345" y="2967485"/>
            <a:ext cx="125987" cy="13162"/>
          </a:xfrm>
          <a:custGeom>
            <a:rect b="b" l="l" r="r" t="t"/>
            <a:pathLst>
              <a:path extrusionOk="0" h="502" w="4805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4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"/>
          <p:cNvSpPr/>
          <p:nvPr/>
        </p:nvSpPr>
        <p:spPr>
          <a:xfrm>
            <a:off x="6288337" y="3061064"/>
            <a:ext cx="126826" cy="13162"/>
          </a:xfrm>
          <a:custGeom>
            <a:rect b="b" l="l" r="r" t="t"/>
            <a:pathLst>
              <a:path extrusionOk="0" h="502" w="4837">
                <a:moveTo>
                  <a:pt x="400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6116020" y="3204513"/>
            <a:ext cx="299144" cy="13136"/>
          </a:xfrm>
          <a:custGeom>
            <a:rect b="b" l="l" r="r" t="t"/>
            <a:pathLst>
              <a:path extrusionOk="0" h="501" w="11409">
                <a:moveTo>
                  <a:pt x="434" y="1"/>
                </a:moveTo>
                <a:cubicBezTo>
                  <a:pt x="201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10975" y="67"/>
                </a:lnTo>
                <a:cubicBezTo>
                  <a:pt x="11209" y="67"/>
                  <a:pt x="11409" y="267"/>
                  <a:pt x="11409" y="501"/>
                </a:cubicBezTo>
                <a:lnTo>
                  <a:pt x="11409" y="401"/>
                </a:lnTo>
                <a:cubicBezTo>
                  <a:pt x="11409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6288337" y="3671568"/>
            <a:ext cx="126826" cy="13136"/>
          </a:xfrm>
          <a:custGeom>
            <a:rect b="b" l="l" r="r" t="t"/>
            <a:pathLst>
              <a:path extrusionOk="0" h="501" w="4837">
                <a:moveTo>
                  <a:pt x="400" y="0"/>
                </a:moveTo>
                <a:cubicBezTo>
                  <a:pt x="167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"/>
          <p:cNvSpPr/>
          <p:nvPr/>
        </p:nvSpPr>
        <p:spPr>
          <a:xfrm>
            <a:off x="6288337" y="3515875"/>
            <a:ext cx="126826" cy="13162"/>
          </a:xfrm>
          <a:custGeom>
            <a:rect b="b" l="l" r="r" t="t"/>
            <a:pathLst>
              <a:path extrusionOk="0" h="502" w="4837">
                <a:moveTo>
                  <a:pt x="400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0" y="67"/>
                </a:cubicBezTo>
                <a:lnTo>
                  <a:pt x="4403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6288337" y="2967485"/>
            <a:ext cx="126826" cy="13162"/>
          </a:xfrm>
          <a:custGeom>
            <a:rect b="b" l="l" r="r" t="t"/>
            <a:pathLst>
              <a:path extrusionOk="0" h="502" w="4837">
                <a:moveTo>
                  <a:pt x="400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5"/>
          <p:cNvSpPr/>
          <p:nvPr/>
        </p:nvSpPr>
        <p:spPr>
          <a:xfrm>
            <a:off x="7147196" y="2967485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5"/>
          <p:cNvSpPr/>
          <p:nvPr/>
        </p:nvSpPr>
        <p:spPr>
          <a:xfrm>
            <a:off x="7147196" y="3061064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34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5"/>
          <p:cNvSpPr/>
          <p:nvPr/>
        </p:nvSpPr>
        <p:spPr>
          <a:xfrm>
            <a:off x="7147196" y="3204513"/>
            <a:ext cx="126852" cy="13136"/>
          </a:xfrm>
          <a:custGeom>
            <a:rect b="b" l="l" r="r" t="t"/>
            <a:pathLst>
              <a:path extrusionOk="0" h="501" w="4838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5"/>
          <p:cNvSpPr/>
          <p:nvPr/>
        </p:nvSpPr>
        <p:spPr>
          <a:xfrm>
            <a:off x="6975771" y="3061064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6975771" y="3204513"/>
            <a:ext cx="126852" cy="13136"/>
          </a:xfrm>
          <a:custGeom>
            <a:rect b="b" l="l" r="r" t="t"/>
            <a:pathLst>
              <a:path extrusionOk="0" h="501" w="4838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6975771" y="3360207"/>
            <a:ext cx="126852" cy="12271"/>
          </a:xfrm>
          <a:custGeom>
            <a:rect b="b" l="l" r="r" t="t"/>
            <a:pathLst>
              <a:path extrusionOk="0" h="468" w="4838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5"/>
          <p:cNvSpPr/>
          <p:nvPr/>
        </p:nvSpPr>
        <p:spPr>
          <a:xfrm>
            <a:off x="7147196" y="3360207"/>
            <a:ext cx="126852" cy="12271"/>
          </a:xfrm>
          <a:custGeom>
            <a:rect b="b" l="l" r="r" t="t"/>
            <a:pathLst>
              <a:path extrusionOk="0" h="468" w="4838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467"/>
                </a:lnTo>
                <a:cubicBezTo>
                  <a:pt x="34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467"/>
                </a:cubicBezTo>
                <a:lnTo>
                  <a:pt x="4838" y="400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6975771" y="3515875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6975771" y="2967485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7147196" y="3515875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34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5"/>
          <p:cNvSpPr/>
          <p:nvPr/>
        </p:nvSpPr>
        <p:spPr>
          <a:xfrm>
            <a:off x="6804345" y="3671568"/>
            <a:ext cx="814315" cy="13136"/>
          </a:xfrm>
          <a:custGeom>
            <a:rect b="b" l="l" r="r" t="t"/>
            <a:pathLst>
              <a:path extrusionOk="0" h="501" w="31057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30623" y="67"/>
                </a:lnTo>
                <a:cubicBezTo>
                  <a:pt x="30856" y="67"/>
                  <a:pt x="31056" y="267"/>
                  <a:pt x="31056" y="501"/>
                </a:cubicBezTo>
                <a:lnTo>
                  <a:pt x="31056" y="401"/>
                </a:lnTo>
                <a:cubicBezTo>
                  <a:pt x="31056" y="167"/>
                  <a:pt x="30856" y="0"/>
                  <a:pt x="30623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6632054" y="3515875"/>
            <a:ext cx="126852" cy="13162"/>
          </a:xfrm>
          <a:custGeom>
            <a:rect b="b" l="l" r="r" t="t"/>
            <a:pathLst>
              <a:path extrusionOk="0" h="502" w="4838">
                <a:moveTo>
                  <a:pt x="401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6459763" y="2967485"/>
            <a:ext cx="126826" cy="13162"/>
          </a:xfrm>
          <a:custGeom>
            <a:rect b="b" l="l" r="r" t="t"/>
            <a:pathLst>
              <a:path extrusionOk="0" h="502" w="4837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6632054" y="3671568"/>
            <a:ext cx="126852" cy="13136"/>
          </a:xfrm>
          <a:custGeom>
            <a:rect b="b" l="l" r="r" t="t"/>
            <a:pathLst>
              <a:path extrusionOk="0" h="501" w="4838">
                <a:moveTo>
                  <a:pt x="401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6459763" y="3671568"/>
            <a:ext cx="126826" cy="13136"/>
          </a:xfrm>
          <a:custGeom>
            <a:rect b="b" l="l" r="r" t="t"/>
            <a:pathLst>
              <a:path extrusionOk="0" h="501" w="4837">
                <a:moveTo>
                  <a:pt x="434" y="0"/>
                </a:moveTo>
                <a:cubicBezTo>
                  <a:pt x="200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6459763" y="3061064"/>
            <a:ext cx="126826" cy="13162"/>
          </a:xfrm>
          <a:custGeom>
            <a:rect b="b" l="l" r="r" t="t"/>
            <a:pathLst>
              <a:path extrusionOk="0" h="502" w="4837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"/>
          <p:cNvSpPr/>
          <p:nvPr/>
        </p:nvSpPr>
        <p:spPr>
          <a:xfrm>
            <a:off x="6459763" y="3515875"/>
            <a:ext cx="126826" cy="13162"/>
          </a:xfrm>
          <a:custGeom>
            <a:rect b="b" l="l" r="r" t="t"/>
            <a:pathLst>
              <a:path extrusionOk="0" h="502" w="4837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6459763" y="3204513"/>
            <a:ext cx="126826" cy="13136"/>
          </a:xfrm>
          <a:custGeom>
            <a:rect b="b" l="l" r="r" t="t"/>
            <a:pathLst>
              <a:path extrusionOk="0" h="501" w="4837">
                <a:moveTo>
                  <a:pt x="434" y="1"/>
                </a:moveTo>
                <a:cubicBezTo>
                  <a:pt x="200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6459763" y="3360207"/>
            <a:ext cx="126826" cy="13136"/>
          </a:xfrm>
          <a:custGeom>
            <a:rect b="b" l="l" r="r" t="t"/>
            <a:pathLst>
              <a:path extrusionOk="0" h="501" w="4837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0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"/>
          <p:cNvSpPr/>
          <p:nvPr/>
        </p:nvSpPr>
        <p:spPr>
          <a:xfrm>
            <a:off x="6632054" y="2967485"/>
            <a:ext cx="126852" cy="13162"/>
          </a:xfrm>
          <a:custGeom>
            <a:rect b="b" l="l" r="r" t="t"/>
            <a:pathLst>
              <a:path extrusionOk="0" h="502" w="4838">
                <a:moveTo>
                  <a:pt x="401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6632054" y="3204513"/>
            <a:ext cx="126852" cy="13136"/>
          </a:xfrm>
          <a:custGeom>
            <a:rect b="b" l="l" r="r" t="t"/>
            <a:pathLst>
              <a:path extrusionOk="0" h="501" w="4838">
                <a:moveTo>
                  <a:pt x="401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6632054" y="3061064"/>
            <a:ext cx="126852" cy="13162"/>
          </a:xfrm>
          <a:custGeom>
            <a:rect b="b" l="l" r="r" t="t"/>
            <a:pathLst>
              <a:path extrusionOk="0" h="502" w="4838">
                <a:moveTo>
                  <a:pt x="401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6632054" y="3360207"/>
            <a:ext cx="126852" cy="13136"/>
          </a:xfrm>
          <a:custGeom>
            <a:rect b="b" l="l" r="r" t="t"/>
            <a:pathLst>
              <a:path extrusionOk="0" h="501" w="4838">
                <a:moveTo>
                  <a:pt x="401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5"/>
          <p:cNvSpPr/>
          <p:nvPr/>
        </p:nvSpPr>
        <p:spPr>
          <a:xfrm>
            <a:off x="6792100" y="3891973"/>
            <a:ext cx="649889" cy="380478"/>
          </a:xfrm>
          <a:custGeom>
            <a:rect b="b" l="l" r="r" t="t"/>
            <a:pathLst>
              <a:path extrusionOk="0" h="14511" w="24786">
                <a:moveTo>
                  <a:pt x="2002" y="0"/>
                </a:moveTo>
                <a:cubicBezTo>
                  <a:pt x="901" y="0"/>
                  <a:pt x="1" y="901"/>
                  <a:pt x="1" y="2002"/>
                </a:cubicBezTo>
                <a:lnTo>
                  <a:pt x="1" y="12509"/>
                </a:lnTo>
                <a:cubicBezTo>
                  <a:pt x="1" y="13610"/>
                  <a:pt x="901" y="14511"/>
                  <a:pt x="2002" y="14511"/>
                </a:cubicBezTo>
                <a:lnTo>
                  <a:pt x="22784" y="14511"/>
                </a:lnTo>
                <a:cubicBezTo>
                  <a:pt x="23884" y="14511"/>
                  <a:pt x="24785" y="13610"/>
                  <a:pt x="24785" y="12509"/>
                </a:cubicBezTo>
                <a:lnTo>
                  <a:pt x="24785" y="2002"/>
                </a:lnTo>
                <a:cubicBezTo>
                  <a:pt x="24785" y="901"/>
                  <a:pt x="23884" y="0"/>
                  <a:pt x="22784" y="0"/>
                </a:cubicBezTo>
                <a:close/>
              </a:path>
            </a:pathLst>
          </a:custGeom>
          <a:solidFill>
            <a:srgbClr val="C1B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5"/>
          <p:cNvSpPr/>
          <p:nvPr/>
        </p:nvSpPr>
        <p:spPr>
          <a:xfrm>
            <a:off x="6116020" y="2967485"/>
            <a:ext cx="2017786" cy="822181"/>
          </a:xfrm>
          <a:custGeom>
            <a:rect b="b" l="l" r="r" t="t"/>
            <a:pathLst>
              <a:path extrusionOk="0" h="31357" w="76956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2369"/>
                </a:lnTo>
                <a:cubicBezTo>
                  <a:pt x="1" y="2603"/>
                  <a:pt x="201" y="2769"/>
                  <a:pt x="434" y="2769"/>
                </a:cubicBezTo>
                <a:lnTo>
                  <a:pt x="4437" y="2769"/>
                </a:lnTo>
                <a:cubicBezTo>
                  <a:pt x="4671" y="2769"/>
                  <a:pt x="4837" y="2603"/>
                  <a:pt x="4837" y="2369"/>
                </a:cubicBezTo>
                <a:lnTo>
                  <a:pt x="4837" y="434"/>
                </a:lnTo>
                <a:cubicBezTo>
                  <a:pt x="4837" y="201"/>
                  <a:pt x="4671" y="1"/>
                  <a:pt x="4437" y="1"/>
                </a:cubicBezTo>
                <a:close/>
                <a:moveTo>
                  <a:pt x="6972" y="1"/>
                </a:moveTo>
                <a:cubicBezTo>
                  <a:pt x="6739" y="1"/>
                  <a:pt x="6572" y="201"/>
                  <a:pt x="6572" y="434"/>
                </a:cubicBezTo>
                <a:lnTo>
                  <a:pt x="6572" y="2369"/>
                </a:lnTo>
                <a:cubicBezTo>
                  <a:pt x="6572" y="2603"/>
                  <a:pt x="6739" y="2769"/>
                  <a:pt x="6972" y="2769"/>
                </a:cubicBezTo>
                <a:lnTo>
                  <a:pt x="10975" y="2769"/>
                </a:lnTo>
                <a:cubicBezTo>
                  <a:pt x="11209" y="2769"/>
                  <a:pt x="11409" y="2603"/>
                  <a:pt x="11409" y="2369"/>
                </a:cubicBezTo>
                <a:lnTo>
                  <a:pt x="11409" y="434"/>
                </a:lnTo>
                <a:cubicBezTo>
                  <a:pt x="11409" y="201"/>
                  <a:pt x="11209" y="1"/>
                  <a:pt x="10975" y="1"/>
                </a:cubicBezTo>
                <a:close/>
                <a:moveTo>
                  <a:pt x="13544" y="1"/>
                </a:moveTo>
                <a:cubicBezTo>
                  <a:pt x="13310" y="1"/>
                  <a:pt x="13110" y="201"/>
                  <a:pt x="13110" y="434"/>
                </a:cubicBezTo>
                <a:lnTo>
                  <a:pt x="13110" y="2369"/>
                </a:lnTo>
                <a:cubicBezTo>
                  <a:pt x="13110" y="2603"/>
                  <a:pt x="13310" y="2769"/>
                  <a:pt x="13544" y="2769"/>
                </a:cubicBezTo>
                <a:lnTo>
                  <a:pt x="17547" y="2769"/>
                </a:lnTo>
                <a:cubicBezTo>
                  <a:pt x="17780" y="2769"/>
                  <a:pt x="17947" y="2603"/>
                  <a:pt x="17947" y="2369"/>
                </a:cubicBezTo>
                <a:lnTo>
                  <a:pt x="17947" y="434"/>
                </a:lnTo>
                <a:cubicBezTo>
                  <a:pt x="17947" y="201"/>
                  <a:pt x="17780" y="1"/>
                  <a:pt x="17547" y="1"/>
                </a:cubicBezTo>
                <a:close/>
                <a:moveTo>
                  <a:pt x="20082" y="1"/>
                </a:moveTo>
                <a:cubicBezTo>
                  <a:pt x="19882" y="1"/>
                  <a:pt x="19681" y="201"/>
                  <a:pt x="19681" y="434"/>
                </a:cubicBezTo>
                <a:lnTo>
                  <a:pt x="19681" y="2369"/>
                </a:lnTo>
                <a:cubicBezTo>
                  <a:pt x="19681" y="2603"/>
                  <a:pt x="19882" y="2769"/>
                  <a:pt x="20082" y="2769"/>
                </a:cubicBezTo>
                <a:lnTo>
                  <a:pt x="24085" y="2769"/>
                </a:lnTo>
                <a:cubicBezTo>
                  <a:pt x="24318" y="2769"/>
                  <a:pt x="24518" y="2603"/>
                  <a:pt x="24518" y="2369"/>
                </a:cubicBezTo>
                <a:lnTo>
                  <a:pt x="24518" y="434"/>
                </a:lnTo>
                <a:cubicBezTo>
                  <a:pt x="24518" y="201"/>
                  <a:pt x="24318" y="1"/>
                  <a:pt x="24085" y="1"/>
                </a:cubicBezTo>
                <a:close/>
                <a:moveTo>
                  <a:pt x="26653" y="1"/>
                </a:moveTo>
                <a:cubicBezTo>
                  <a:pt x="26420" y="1"/>
                  <a:pt x="26253" y="201"/>
                  <a:pt x="26253" y="434"/>
                </a:cubicBezTo>
                <a:lnTo>
                  <a:pt x="26253" y="2369"/>
                </a:lnTo>
                <a:cubicBezTo>
                  <a:pt x="26253" y="2603"/>
                  <a:pt x="26420" y="2769"/>
                  <a:pt x="26653" y="2769"/>
                </a:cubicBezTo>
                <a:lnTo>
                  <a:pt x="30656" y="2769"/>
                </a:lnTo>
                <a:cubicBezTo>
                  <a:pt x="30889" y="2769"/>
                  <a:pt x="31056" y="2603"/>
                  <a:pt x="31056" y="2369"/>
                </a:cubicBezTo>
                <a:lnTo>
                  <a:pt x="31056" y="434"/>
                </a:lnTo>
                <a:cubicBezTo>
                  <a:pt x="31056" y="201"/>
                  <a:pt x="30889" y="1"/>
                  <a:pt x="30656" y="1"/>
                </a:cubicBezTo>
                <a:close/>
                <a:moveTo>
                  <a:pt x="33224" y="1"/>
                </a:moveTo>
                <a:cubicBezTo>
                  <a:pt x="32991" y="1"/>
                  <a:pt x="32791" y="201"/>
                  <a:pt x="32791" y="434"/>
                </a:cubicBezTo>
                <a:lnTo>
                  <a:pt x="32791" y="2369"/>
                </a:lnTo>
                <a:cubicBezTo>
                  <a:pt x="32791" y="2603"/>
                  <a:pt x="32991" y="2769"/>
                  <a:pt x="33224" y="2769"/>
                </a:cubicBezTo>
                <a:lnTo>
                  <a:pt x="37194" y="2769"/>
                </a:lnTo>
                <a:cubicBezTo>
                  <a:pt x="37427" y="2769"/>
                  <a:pt x="37628" y="2603"/>
                  <a:pt x="37628" y="2369"/>
                </a:cubicBezTo>
                <a:lnTo>
                  <a:pt x="37628" y="434"/>
                </a:lnTo>
                <a:cubicBezTo>
                  <a:pt x="37628" y="201"/>
                  <a:pt x="37427" y="1"/>
                  <a:pt x="37194" y="1"/>
                </a:cubicBezTo>
                <a:close/>
                <a:moveTo>
                  <a:pt x="39762" y="1"/>
                </a:moveTo>
                <a:cubicBezTo>
                  <a:pt x="39529" y="1"/>
                  <a:pt x="39329" y="201"/>
                  <a:pt x="39329" y="434"/>
                </a:cubicBezTo>
                <a:lnTo>
                  <a:pt x="39329" y="2369"/>
                </a:lnTo>
                <a:cubicBezTo>
                  <a:pt x="39362" y="2603"/>
                  <a:pt x="39529" y="2769"/>
                  <a:pt x="39762" y="2769"/>
                </a:cubicBezTo>
                <a:lnTo>
                  <a:pt x="43765" y="2769"/>
                </a:lnTo>
                <a:cubicBezTo>
                  <a:pt x="43999" y="2769"/>
                  <a:pt x="44166" y="2603"/>
                  <a:pt x="44166" y="2369"/>
                </a:cubicBezTo>
                <a:lnTo>
                  <a:pt x="44166" y="434"/>
                </a:lnTo>
                <a:cubicBezTo>
                  <a:pt x="44166" y="201"/>
                  <a:pt x="43999" y="1"/>
                  <a:pt x="43765" y="1"/>
                </a:cubicBezTo>
                <a:close/>
                <a:moveTo>
                  <a:pt x="46334" y="1"/>
                </a:moveTo>
                <a:cubicBezTo>
                  <a:pt x="46100" y="1"/>
                  <a:pt x="45900" y="201"/>
                  <a:pt x="45900" y="434"/>
                </a:cubicBezTo>
                <a:lnTo>
                  <a:pt x="45900" y="2369"/>
                </a:lnTo>
                <a:cubicBezTo>
                  <a:pt x="45900" y="2603"/>
                  <a:pt x="46100" y="2769"/>
                  <a:pt x="46334" y="2769"/>
                </a:cubicBezTo>
                <a:lnTo>
                  <a:pt x="50337" y="2769"/>
                </a:lnTo>
                <a:cubicBezTo>
                  <a:pt x="50537" y="2769"/>
                  <a:pt x="50737" y="2603"/>
                  <a:pt x="50737" y="2369"/>
                </a:cubicBezTo>
                <a:lnTo>
                  <a:pt x="50737" y="434"/>
                </a:lnTo>
                <a:cubicBezTo>
                  <a:pt x="50737" y="201"/>
                  <a:pt x="50537" y="1"/>
                  <a:pt x="50337" y="1"/>
                </a:cubicBezTo>
                <a:close/>
                <a:moveTo>
                  <a:pt x="52872" y="1"/>
                </a:moveTo>
                <a:cubicBezTo>
                  <a:pt x="52638" y="1"/>
                  <a:pt x="52471" y="201"/>
                  <a:pt x="52471" y="434"/>
                </a:cubicBezTo>
                <a:lnTo>
                  <a:pt x="52471" y="2369"/>
                </a:lnTo>
                <a:cubicBezTo>
                  <a:pt x="52471" y="2603"/>
                  <a:pt x="52638" y="2769"/>
                  <a:pt x="52872" y="2769"/>
                </a:cubicBezTo>
                <a:lnTo>
                  <a:pt x="56875" y="2769"/>
                </a:lnTo>
                <a:cubicBezTo>
                  <a:pt x="57108" y="2769"/>
                  <a:pt x="57308" y="2603"/>
                  <a:pt x="57308" y="2369"/>
                </a:cubicBezTo>
                <a:lnTo>
                  <a:pt x="57308" y="434"/>
                </a:lnTo>
                <a:cubicBezTo>
                  <a:pt x="57308" y="201"/>
                  <a:pt x="57108" y="1"/>
                  <a:pt x="56875" y="1"/>
                </a:cubicBezTo>
                <a:close/>
                <a:moveTo>
                  <a:pt x="59443" y="1"/>
                </a:moveTo>
                <a:cubicBezTo>
                  <a:pt x="59210" y="1"/>
                  <a:pt x="59009" y="201"/>
                  <a:pt x="59009" y="434"/>
                </a:cubicBezTo>
                <a:lnTo>
                  <a:pt x="59009" y="2369"/>
                </a:lnTo>
                <a:cubicBezTo>
                  <a:pt x="59009" y="2603"/>
                  <a:pt x="59210" y="2769"/>
                  <a:pt x="59443" y="2769"/>
                </a:cubicBezTo>
                <a:lnTo>
                  <a:pt x="63446" y="2769"/>
                </a:lnTo>
                <a:cubicBezTo>
                  <a:pt x="63646" y="2769"/>
                  <a:pt x="63846" y="2603"/>
                  <a:pt x="63846" y="2369"/>
                </a:cubicBezTo>
                <a:lnTo>
                  <a:pt x="63846" y="434"/>
                </a:lnTo>
                <a:cubicBezTo>
                  <a:pt x="63846" y="201"/>
                  <a:pt x="63646" y="1"/>
                  <a:pt x="63446" y="1"/>
                </a:cubicBezTo>
                <a:close/>
                <a:moveTo>
                  <a:pt x="65981" y="1"/>
                </a:moveTo>
                <a:cubicBezTo>
                  <a:pt x="65748" y="1"/>
                  <a:pt x="65581" y="201"/>
                  <a:pt x="65581" y="434"/>
                </a:cubicBezTo>
                <a:lnTo>
                  <a:pt x="65581" y="2369"/>
                </a:lnTo>
                <a:cubicBezTo>
                  <a:pt x="65581" y="2603"/>
                  <a:pt x="65748" y="2769"/>
                  <a:pt x="65981" y="2769"/>
                </a:cubicBezTo>
                <a:lnTo>
                  <a:pt x="69984" y="2769"/>
                </a:lnTo>
                <a:cubicBezTo>
                  <a:pt x="70217" y="2769"/>
                  <a:pt x="70418" y="2603"/>
                  <a:pt x="70418" y="2369"/>
                </a:cubicBezTo>
                <a:lnTo>
                  <a:pt x="70418" y="434"/>
                </a:lnTo>
                <a:cubicBezTo>
                  <a:pt x="70418" y="201"/>
                  <a:pt x="70217" y="1"/>
                  <a:pt x="69984" y="1"/>
                </a:cubicBezTo>
                <a:close/>
                <a:moveTo>
                  <a:pt x="72552" y="1"/>
                </a:moveTo>
                <a:cubicBezTo>
                  <a:pt x="72319" y="1"/>
                  <a:pt x="72119" y="201"/>
                  <a:pt x="72119" y="434"/>
                </a:cubicBezTo>
                <a:lnTo>
                  <a:pt x="72119" y="2369"/>
                </a:lnTo>
                <a:cubicBezTo>
                  <a:pt x="72119" y="2603"/>
                  <a:pt x="72319" y="2769"/>
                  <a:pt x="72552" y="2769"/>
                </a:cubicBezTo>
                <a:lnTo>
                  <a:pt x="76555" y="2769"/>
                </a:lnTo>
                <a:cubicBezTo>
                  <a:pt x="76789" y="2769"/>
                  <a:pt x="76956" y="2603"/>
                  <a:pt x="76956" y="2369"/>
                </a:cubicBezTo>
                <a:lnTo>
                  <a:pt x="76956" y="434"/>
                </a:lnTo>
                <a:cubicBezTo>
                  <a:pt x="76956" y="201"/>
                  <a:pt x="76789" y="1"/>
                  <a:pt x="76555" y="1"/>
                </a:cubicBezTo>
                <a:close/>
                <a:moveTo>
                  <a:pt x="434" y="3570"/>
                </a:moveTo>
                <a:cubicBezTo>
                  <a:pt x="201" y="3570"/>
                  <a:pt x="1" y="3770"/>
                  <a:pt x="1" y="4004"/>
                </a:cubicBezTo>
                <a:lnTo>
                  <a:pt x="1" y="7673"/>
                </a:lnTo>
                <a:cubicBezTo>
                  <a:pt x="1" y="7906"/>
                  <a:pt x="201" y="8073"/>
                  <a:pt x="434" y="8073"/>
                </a:cubicBezTo>
                <a:lnTo>
                  <a:pt x="4437" y="8073"/>
                </a:lnTo>
                <a:cubicBezTo>
                  <a:pt x="4671" y="8073"/>
                  <a:pt x="4837" y="7906"/>
                  <a:pt x="4837" y="7673"/>
                </a:cubicBezTo>
                <a:lnTo>
                  <a:pt x="4837" y="4004"/>
                </a:lnTo>
                <a:cubicBezTo>
                  <a:pt x="4837" y="3770"/>
                  <a:pt x="4671" y="3570"/>
                  <a:pt x="4437" y="3570"/>
                </a:cubicBezTo>
                <a:close/>
                <a:moveTo>
                  <a:pt x="6972" y="3570"/>
                </a:moveTo>
                <a:cubicBezTo>
                  <a:pt x="6739" y="3570"/>
                  <a:pt x="6572" y="3770"/>
                  <a:pt x="6572" y="4004"/>
                </a:cubicBezTo>
                <a:lnTo>
                  <a:pt x="6572" y="7673"/>
                </a:lnTo>
                <a:cubicBezTo>
                  <a:pt x="6572" y="7906"/>
                  <a:pt x="6739" y="8073"/>
                  <a:pt x="6972" y="8073"/>
                </a:cubicBezTo>
                <a:lnTo>
                  <a:pt x="10975" y="8073"/>
                </a:lnTo>
                <a:cubicBezTo>
                  <a:pt x="11209" y="8073"/>
                  <a:pt x="11409" y="7906"/>
                  <a:pt x="11409" y="7673"/>
                </a:cubicBezTo>
                <a:lnTo>
                  <a:pt x="11409" y="4004"/>
                </a:lnTo>
                <a:cubicBezTo>
                  <a:pt x="11409" y="3770"/>
                  <a:pt x="11209" y="3570"/>
                  <a:pt x="10975" y="3570"/>
                </a:cubicBezTo>
                <a:close/>
                <a:moveTo>
                  <a:pt x="13544" y="3570"/>
                </a:moveTo>
                <a:cubicBezTo>
                  <a:pt x="13310" y="3570"/>
                  <a:pt x="13110" y="3770"/>
                  <a:pt x="13110" y="4004"/>
                </a:cubicBezTo>
                <a:lnTo>
                  <a:pt x="13110" y="7673"/>
                </a:lnTo>
                <a:cubicBezTo>
                  <a:pt x="13110" y="7906"/>
                  <a:pt x="13310" y="8073"/>
                  <a:pt x="13544" y="8073"/>
                </a:cubicBezTo>
                <a:lnTo>
                  <a:pt x="17547" y="8073"/>
                </a:lnTo>
                <a:cubicBezTo>
                  <a:pt x="17780" y="8073"/>
                  <a:pt x="17947" y="7906"/>
                  <a:pt x="17947" y="7673"/>
                </a:cubicBezTo>
                <a:lnTo>
                  <a:pt x="17947" y="4004"/>
                </a:lnTo>
                <a:cubicBezTo>
                  <a:pt x="17947" y="3770"/>
                  <a:pt x="17780" y="3570"/>
                  <a:pt x="17547" y="3570"/>
                </a:cubicBezTo>
                <a:close/>
                <a:moveTo>
                  <a:pt x="20082" y="3570"/>
                </a:moveTo>
                <a:cubicBezTo>
                  <a:pt x="19882" y="3570"/>
                  <a:pt x="19681" y="3770"/>
                  <a:pt x="19681" y="4004"/>
                </a:cubicBezTo>
                <a:lnTo>
                  <a:pt x="19681" y="7673"/>
                </a:lnTo>
                <a:cubicBezTo>
                  <a:pt x="19681" y="7906"/>
                  <a:pt x="19882" y="8073"/>
                  <a:pt x="20082" y="8073"/>
                </a:cubicBezTo>
                <a:lnTo>
                  <a:pt x="24085" y="8073"/>
                </a:lnTo>
                <a:cubicBezTo>
                  <a:pt x="24318" y="8073"/>
                  <a:pt x="24518" y="7906"/>
                  <a:pt x="24518" y="7673"/>
                </a:cubicBezTo>
                <a:lnTo>
                  <a:pt x="24518" y="4004"/>
                </a:lnTo>
                <a:cubicBezTo>
                  <a:pt x="24518" y="3770"/>
                  <a:pt x="24318" y="3570"/>
                  <a:pt x="24085" y="3570"/>
                </a:cubicBezTo>
                <a:close/>
                <a:moveTo>
                  <a:pt x="26653" y="3570"/>
                </a:moveTo>
                <a:cubicBezTo>
                  <a:pt x="26420" y="3570"/>
                  <a:pt x="26253" y="3770"/>
                  <a:pt x="26253" y="4004"/>
                </a:cubicBezTo>
                <a:lnTo>
                  <a:pt x="26253" y="7673"/>
                </a:lnTo>
                <a:cubicBezTo>
                  <a:pt x="26253" y="7906"/>
                  <a:pt x="26420" y="8073"/>
                  <a:pt x="26653" y="8073"/>
                </a:cubicBezTo>
                <a:lnTo>
                  <a:pt x="30656" y="8073"/>
                </a:lnTo>
                <a:cubicBezTo>
                  <a:pt x="30889" y="8073"/>
                  <a:pt x="31056" y="7906"/>
                  <a:pt x="31056" y="7673"/>
                </a:cubicBezTo>
                <a:lnTo>
                  <a:pt x="31056" y="4004"/>
                </a:lnTo>
                <a:cubicBezTo>
                  <a:pt x="31056" y="3770"/>
                  <a:pt x="30889" y="3570"/>
                  <a:pt x="30656" y="3570"/>
                </a:cubicBezTo>
                <a:close/>
                <a:moveTo>
                  <a:pt x="33224" y="3570"/>
                </a:moveTo>
                <a:cubicBezTo>
                  <a:pt x="32991" y="3570"/>
                  <a:pt x="32791" y="3770"/>
                  <a:pt x="32791" y="4004"/>
                </a:cubicBezTo>
                <a:lnTo>
                  <a:pt x="32791" y="7673"/>
                </a:lnTo>
                <a:cubicBezTo>
                  <a:pt x="32791" y="7906"/>
                  <a:pt x="32991" y="8073"/>
                  <a:pt x="33224" y="8073"/>
                </a:cubicBezTo>
                <a:lnTo>
                  <a:pt x="37194" y="8073"/>
                </a:lnTo>
                <a:cubicBezTo>
                  <a:pt x="37427" y="8073"/>
                  <a:pt x="37628" y="7906"/>
                  <a:pt x="37628" y="7673"/>
                </a:cubicBezTo>
                <a:lnTo>
                  <a:pt x="37628" y="4004"/>
                </a:lnTo>
                <a:cubicBezTo>
                  <a:pt x="37628" y="3770"/>
                  <a:pt x="37427" y="3570"/>
                  <a:pt x="37194" y="3570"/>
                </a:cubicBezTo>
                <a:close/>
                <a:moveTo>
                  <a:pt x="39762" y="3570"/>
                </a:moveTo>
                <a:cubicBezTo>
                  <a:pt x="39529" y="3570"/>
                  <a:pt x="39329" y="3770"/>
                  <a:pt x="39329" y="4004"/>
                </a:cubicBezTo>
                <a:lnTo>
                  <a:pt x="39329" y="7673"/>
                </a:lnTo>
                <a:cubicBezTo>
                  <a:pt x="39362" y="7906"/>
                  <a:pt x="39529" y="8073"/>
                  <a:pt x="39762" y="8073"/>
                </a:cubicBezTo>
                <a:lnTo>
                  <a:pt x="43765" y="8073"/>
                </a:lnTo>
                <a:cubicBezTo>
                  <a:pt x="43999" y="8073"/>
                  <a:pt x="44166" y="7906"/>
                  <a:pt x="44166" y="7673"/>
                </a:cubicBezTo>
                <a:lnTo>
                  <a:pt x="44166" y="4004"/>
                </a:lnTo>
                <a:cubicBezTo>
                  <a:pt x="44166" y="3770"/>
                  <a:pt x="43999" y="3570"/>
                  <a:pt x="43765" y="3570"/>
                </a:cubicBezTo>
                <a:close/>
                <a:moveTo>
                  <a:pt x="46334" y="3570"/>
                </a:moveTo>
                <a:cubicBezTo>
                  <a:pt x="46100" y="3570"/>
                  <a:pt x="45900" y="3770"/>
                  <a:pt x="45900" y="4004"/>
                </a:cubicBezTo>
                <a:lnTo>
                  <a:pt x="45900" y="7673"/>
                </a:lnTo>
                <a:cubicBezTo>
                  <a:pt x="45900" y="7906"/>
                  <a:pt x="46100" y="8073"/>
                  <a:pt x="46334" y="8073"/>
                </a:cubicBezTo>
                <a:lnTo>
                  <a:pt x="50337" y="8073"/>
                </a:lnTo>
                <a:cubicBezTo>
                  <a:pt x="50537" y="8073"/>
                  <a:pt x="50737" y="7906"/>
                  <a:pt x="50737" y="7673"/>
                </a:cubicBezTo>
                <a:lnTo>
                  <a:pt x="50737" y="4004"/>
                </a:lnTo>
                <a:cubicBezTo>
                  <a:pt x="50737" y="3770"/>
                  <a:pt x="50537" y="3570"/>
                  <a:pt x="50337" y="3570"/>
                </a:cubicBezTo>
                <a:close/>
                <a:moveTo>
                  <a:pt x="52872" y="3570"/>
                </a:moveTo>
                <a:cubicBezTo>
                  <a:pt x="52638" y="3570"/>
                  <a:pt x="52471" y="3770"/>
                  <a:pt x="52471" y="4004"/>
                </a:cubicBezTo>
                <a:lnTo>
                  <a:pt x="52471" y="7673"/>
                </a:lnTo>
                <a:cubicBezTo>
                  <a:pt x="52471" y="7906"/>
                  <a:pt x="52638" y="8073"/>
                  <a:pt x="52872" y="8073"/>
                </a:cubicBezTo>
                <a:lnTo>
                  <a:pt x="56875" y="8073"/>
                </a:lnTo>
                <a:cubicBezTo>
                  <a:pt x="57108" y="8073"/>
                  <a:pt x="57308" y="7906"/>
                  <a:pt x="57308" y="7673"/>
                </a:cubicBezTo>
                <a:lnTo>
                  <a:pt x="57308" y="4004"/>
                </a:lnTo>
                <a:cubicBezTo>
                  <a:pt x="57308" y="3770"/>
                  <a:pt x="57108" y="3570"/>
                  <a:pt x="56875" y="3570"/>
                </a:cubicBezTo>
                <a:close/>
                <a:moveTo>
                  <a:pt x="59443" y="3570"/>
                </a:moveTo>
                <a:cubicBezTo>
                  <a:pt x="59210" y="3570"/>
                  <a:pt x="59009" y="3770"/>
                  <a:pt x="59009" y="4004"/>
                </a:cubicBezTo>
                <a:lnTo>
                  <a:pt x="59009" y="7673"/>
                </a:lnTo>
                <a:cubicBezTo>
                  <a:pt x="59009" y="7906"/>
                  <a:pt x="59210" y="8073"/>
                  <a:pt x="59443" y="8073"/>
                </a:cubicBezTo>
                <a:lnTo>
                  <a:pt x="63446" y="8073"/>
                </a:lnTo>
                <a:cubicBezTo>
                  <a:pt x="63646" y="8073"/>
                  <a:pt x="63846" y="7906"/>
                  <a:pt x="63846" y="7673"/>
                </a:cubicBezTo>
                <a:lnTo>
                  <a:pt x="63846" y="4004"/>
                </a:lnTo>
                <a:cubicBezTo>
                  <a:pt x="63846" y="3770"/>
                  <a:pt x="63646" y="3570"/>
                  <a:pt x="63446" y="3570"/>
                </a:cubicBezTo>
                <a:close/>
                <a:moveTo>
                  <a:pt x="65981" y="3570"/>
                </a:moveTo>
                <a:cubicBezTo>
                  <a:pt x="65748" y="3570"/>
                  <a:pt x="65581" y="3770"/>
                  <a:pt x="65581" y="4004"/>
                </a:cubicBezTo>
                <a:lnTo>
                  <a:pt x="65581" y="7673"/>
                </a:lnTo>
                <a:cubicBezTo>
                  <a:pt x="65581" y="7906"/>
                  <a:pt x="65748" y="8073"/>
                  <a:pt x="65981" y="8073"/>
                </a:cubicBezTo>
                <a:lnTo>
                  <a:pt x="76555" y="8073"/>
                </a:lnTo>
                <a:cubicBezTo>
                  <a:pt x="76789" y="8073"/>
                  <a:pt x="76956" y="7906"/>
                  <a:pt x="76956" y="7673"/>
                </a:cubicBezTo>
                <a:lnTo>
                  <a:pt x="76956" y="4004"/>
                </a:lnTo>
                <a:cubicBezTo>
                  <a:pt x="76956" y="3770"/>
                  <a:pt x="76789" y="3570"/>
                  <a:pt x="76555" y="3570"/>
                </a:cubicBezTo>
                <a:close/>
                <a:moveTo>
                  <a:pt x="434" y="9041"/>
                </a:moveTo>
                <a:cubicBezTo>
                  <a:pt x="201" y="9041"/>
                  <a:pt x="1" y="9207"/>
                  <a:pt x="1" y="9441"/>
                </a:cubicBezTo>
                <a:lnTo>
                  <a:pt x="1" y="13110"/>
                </a:lnTo>
                <a:cubicBezTo>
                  <a:pt x="1" y="13344"/>
                  <a:pt x="201" y="13544"/>
                  <a:pt x="434" y="13544"/>
                </a:cubicBezTo>
                <a:lnTo>
                  <a:pt x="10975" y="13544"/>
                </a:lnTo>
                <a:cubicBezTo>
                  <a:pt x="11209" y="13544"/>
                  <a:pt x="11409" y="13344"/>
                  <a:pt x="11409" y="13110"/>
                </a:cubicBezTo>
                <a:lnTo>
                  <a:pt x="11409" y="9441"/>
                </a:lnTo>
                <a:cubicBezTo>
                  <a:pt x="11409" y="9207"/>
                  <a:pt x="11209" y="9041"/>
                  <a:pt x="10975" y="9041"/>
                </a:cubicBezTo>
                <a:close/>
                <a:moveTo>
                  <a:pt x="13544" y="9041"/>
                </a:moveTo>
                <a:cubicBezTo>
                  <a:pt x="13310" y="9041"/>
                  <a:pt x="13110" y="9207"/>
                  <a:pt x="13110" y="9441"/>
                </a:cubicBezTo>
                <a:lnTo>
                  <a:pt x="13110" y="13110"/>
                </a:lnTo>
                <a:cubicBezTo>
                  <a:pt x="13110" y="13344"/>
                  <a:pt x="13310" y="13544"/>
                  <a:pt x="13544" y="13544"/>
                </a:cubicBezTo>
                <a:lnTo>
                  <a:pt x="17547" y="13544"/>
                </a:lnTo>
                <a:cubicBezTo>
                  <a:pt x="17780" y="13544"/>
                  <a:pt x="17947" y="13344"/>
                  <a:pt x="17947" y="13110"/>
                </a:cubicBezTo>
                <a:lnTo>
                  <a:pt x="17947" y="9441"/>
                </a:lnTo>
                <a:cubicBezTo>
                  <a:pt x="17947" y="9207"/>
                  <a:pt x="17780" y="9041"/>
                  <a:pt x="17547" y="9041"/>
                </a:cubicBezTo>
                <a:close/>
                <a:moveTo>
                  <a:pt x="20082" y="9041"/>
                </a:moveTo>
                <a:cubicBezTo>
                  <a:pt x="19882" y="9041"/>
                  <a:pt x="19681" y="9207"/>
                  <a:pt x="19681" y="9441"/>
                </a:cubicBezTo>
                <a:lnTo>
                  <a:pt x="19681" y="13110"/>
                </a:lnTo>
                <a:cubicBezTo>
                  <a:pt x="19681" y="13344"/>
                  <a:pt x="19882" y="13544"/>
                  <a:pt x="20082" y="13544"/>
                </a:cubicBezTo>
                <a:lnTo>
                  <a:pt x="24085" y="13544"/>
                </a:lnTo>
                <a:cubicBezTo>
                  <a:pt x="24318" y="13544"/>
                  <a:pt x="24518" y="13344"/>
                  <a:pt x="24518" y="13110"/>
                </a:cubicBezTo>
                <a:lnTo>
                  <a:pt x="24518" y="9441"/>
                </a:lnTo>
                <a:cubicBezTo>
                  <a:pt x="24518" y="9207"/>
                  <a:pt x="24318" y="9041"/>
                  <a:pt x="24085" y="9041"/>
                </a:cubicBezTo>
                <a:close/>
                <a:moveTo>
                  <a:pt x="26653" y="9041"/>
                </a:moveTo>
                <a:cubicBezTo>
                  <a:pt x="26420" y="9041"/>
                  <a:pt x="26253" y="9207"/>
                  <a:pt x="26253" y="9441"/>
                </a:cubicBezTo>
                <a:lnTo>
                  <a:pt x="26253" y="13110"/>
                </a:lnTo>
                <a:cubicBezTo>
                  <a:pt x="26253" y="13344"/>
                  <a:pt x="26420" y="13544"/>
                  <a:pt x="26653" y="13544"/>
                </a:cubicBezTo>
                <a:lnTo>
                  <a:pt x="30656" y="13544"/>
                </a:lnTo>
                <a:cubicBezTo>
                  <a:pt x="30889" y="13544"/>
                  <a:pt x="31056" y="13344"/>
                  <a:pt x="31056" y="13110"/>
                </a:cubicBezTo>
                <a:lnTo>
                  <a:pt x="31056" y="9441"/>
                </a:lnTo>
                <a:cubicBezTo>
                  <a:pt x="31056" y="9207"/>
                  <a:pt x="30889" y="9041"/>
                  <a:pt x="30656" y="9041"/>
                </a:cubicBezTo>
                <a:close/>
                <a:moveTo>
                  <a:pt x="33224" y="9041"/>
                </a:moveTo>
                <a:cubicBezTo>
                  <a:pt x="32991" y="9041"/>
                  <a:pt x="32791" y="9207"/>
                  <a:pt x="32791" y="9441"/>
                </a:cubicBezTo>
                <a:lnTo>
                  <a:pt x="32791" y="13110"/>
                </a:lnTo>
                <a:cubicBezTo>
                  <a:pt x="32791" y="13344"/>
                  <a:pt x="32991" y="13544"/>
                  <a:pt x="33224" y="13544"/>
                </a:cubicBezTo>
                <a:lnTo>
                  <a:pt x="37194" y="13544"/>
                </a:lnTo>
                <a:cubicBezTo>
                  <a:pt x="37427" y="13544"/>
                  <a:pt x="37628" y="13344"/>
                  <a:pt x="37628" y="13110"/>
                </a:cubicBezTo>
                <a:lnTo>
                  <a:pt x="37628" y="9441"/>
                </a:lnTo>
                <a:cubicBezTo>
                  <a:pt x="37628" y="9207"/>
                  <a:pt x="37427" y="9041"/>
                  <a:pt x="37194" y="9041"/>
                </a:cubicBezTo>
                <a:close/>
                <a:moveTo>
                  <a:pt x="39762" y="9041"/>
                </a:moveTo>
                <a:cubicBezTo>
                  <a:pt x="39529" y="9041"/>
                  <a:pt x="39329" y="9207"/>
                  <a:pt x="39329" y="9441"/>
                </a:cubicBezTo>
                <a:lnTo>
                  <a:pt x="39329" y="13110"/>
                </a:lnTo>
                <a:cubicBezTo>
                  <a:pt x="39362" y="13344"/>
                  <a:pt x="39529" y="13544"/>
                  <a:pt x="39762" y="13544"/>
                </a:cubicBezTo>
                <a:lnTo>
                  <a:pt x="43765" y="13544"/>
                </a:lnTo>
                <a:cubicBezTo>
                  <a:pt x="43999" y="13544"/>
                  <a:pt x="44166" y="13344"/>
                  <a:pt x="44166" y="13110"/>
                </a:cubicBezTo>
                <a:lnTo>
                  <a:pt x="44166" y="9441"/>
                </a:lnTo>
                <a:cubicBezTo>
                  <a:pt x="44166" y="9207"/>
                  <a:pt x="43999" y="9041"/>
                  <a:pt x="43765" y="9041"/>
                </a:cubicBezTo>
                <a:close/>
                <a:moveTo>
                  <a:pt x="46334" y="9041"/>
                </a:moveTo>
                <a:cubicBezTo>
                  <a:pt x="46100" y="9041"/>
                  <a:pt x="45900" y="9207"/>
                  <a:pt x="45900" y="9441"/>
                </a:cubicBezTo>
                <a:lnTo>
                  <a:pt x="45900" y="13110"/>
                </a:lnTo>
                <a:cubicBezTo>
                  <a:pt x="45900" y="13344"/>
                  <a:pt x="46100" y="13544"/>
                  <a:pt x="46334" y="13544"/>
                </a:cubicBezTo>
                <a:lnTo>
                  <a:pt x="50337" y="13544"/>
                </a:lnTo>
                <a:cubicBezTo>
                  <a:pt x="50537" y="13544"/>
                  <a:pt x="50737" y="13344"/>
                  <a:pt x="50737" y="13110"/>
                </a:cubicBezTo>
                <a:lnTo>
                  <a:pt x="50737" y="9441"/>
                </a:lnTo>
                <a:cubicBezTo>
                  <a:pt x="50737" y="9207"/>
                  <a:pt x="50537" y="9041"/>
                  <a:pt x="50337" y="9041"/>
                </a:cubicBezTo>
                <a:close/>
                <a:moveTo>
                  <a:pt x="52872" y="9041"/>
                </a:moveTo>
                <a:cubicBezTo>
                  <a:pt x="52638" y="9041"/>
                  <a:pt x="52471" y="9207"/>
                  <a:pt x="52471" y="9441"/>
                </a:cubicBezTo>
                <a:lnTo>
                  <a:pt x="52471" y="13110"/>
                </a:lnTo>
                <a:cubicBezTo>
                  <a:pt x="52471" y="13344"/>
                  <a:pt x="52638" y="13544"/>
                  <a:pt x="52872" y="13544"/>
                </a:cubicBezTo>
                <a:lnTo>
                  <a:pt x="56875" y="13544"/>
                </a:lnTo>
                <a:cubicBezTo>
                  <a:pt x="57108" y="13544"/>
                  <a:pt x="57308" y="13344"/>
                  <a:pt x="57308" y="13110"/>
                </a:cubicBezTo>
                <a:lnTo>
                  <a:pt x="57308" y="9441"/>
                </a:lnTo>
                <a:cubicBezTo>
                  <a:pt x="57308" y="9207"/>
                  <a:pt x="57108" y="9041"/>
                  <a:pt x="56875" y="9041"/>
                </a:cubicBezTo>
                <a:close/>
                <a:moveTo>
                  <a:pt x="59443" y="9041"/>
                </a:moveTo>
                <a:cubicBezTo>
                  <a:pt x="59210" y="9041"/>
                  <a:pt x="59009" y="9207"/>
                  <a:pt x="59009" y="9441"/>
                </a:cubicBezTo>
                <a:lnTo>
                  <a:pt x="59009" y="13110"/>
                </a:lnTo>
                <a:cubicBezTo>
                  <a:pt x="59009" y="13344"/>
                  <a:pt x="59210" y="13544"/>
                  <a:pt x="59443" y="13544"/>
                </a:cubicBezTo>
                <a:lnTo>
                  <a:pt x="63446" y="13544"/>
                </a:lnTo>
                <a:cubicBezTo>
                  <a:pt x="63646" y="13544"/>
                  <a:pt x="63846" y="13344"/>
                  <a:pt x="63846" y="13110"/>
                </a:cubicBezTo>
                <a:lnTo>
                  <a:pt x="63846" y="9441"/>
                </a:lnTo>
                <a:cubicBezTo>
                  <a:pt x="63846" y="9207"/>
                  <a:pt x="63646" y="9041"/>
                  <a:pt x="63446" y="9041"/>
                </a:cubicBezTo>
                <a:close/>
                <a:moveTo>
                  <a:pt x="434" y="14978"/>
                </a:moveTo>
                <a:cubicBezTo>
                  <a:pt x="201" y="14978"/>
                  <a:pt x="1" y="15145"/>
                  <a:pt x="1" y="15378"/>
                </a:cubicBezTo>
                <a:lnTo>
                  <a:pt x="1" y="19048"/>
                </a:lnTo>
                <a:cubicBezTo>
                  <a:pt x="1" y="19281"/>
                  <a:pt x="201" y="19481"/>
                  <a:pt x="434" y="19481"/>
                </a:cubicBezTo>
                <a:lnTo>
                  <a:pt x="4437" y="19481"/>
                </a:lnTo>
                <a:cubicBezTo>
                  <a:pt x="4671" y="19481"/>
                  <a:pt x="4837" y="19281"/>
                  <a:pt x="4837" y="19048"/>
                </a:cubicBezTo>
                <a:lnTo>
                  <a:pt x="4837" y="15378"/>
                </a:lnTo>
                <a:cubicBezTo>
                  <a:pt x="4837" y="15145"/>
                  <a:pt x="4671" y="14978"/>
                  <a:pt x="4437" y="14978"/>
                </a:cubicBezTo>
                <a:close/>
                <a:moveTo>
                  <a:pt x="6972" y="14978"/>
                </a:moveTo>
                <a:cubicBezTo>
                  <a:pt x="6739" y="14978"/>
                  <a:pt x="6572" y="15145"/>
                  <a:pt x="6572" y="15378"/>
                </a:cubicBezTo>
                <a:lnTo>
                  <a:pt x="6572" y="19048"/>
                </a:lnTo>
                <a:cubicBezTo>
                  <a:pt x="6572" y="19281"/>
                  <a:pt x="6739" y="19481"/>
                  <a:pt x="6972" y="19481"/>
                </a:cubicBezTo>
                <a:lnTo>
                  <a:pt x="10975" y="19481"/>
                </a:lnTo>
                <a:cubicBezTo>
                  <a:pt x="11209" y="19481"/>
                  <a:pt x="11409" y="19281"/>
                  <a:pt x="11409" y="19048"/>
                </a:cubicBezTo>
                <a:lnTo>
                  <a:pt x="11409" y="15378"/>
                </a:lnTo>
                <a:cubicBezTo>
                  <a:pt x="11409" y="15145"/>
                  <a:pt x="11209" y="14978"/>
                  <a:pt x="10975" y="14978"/>
                </a:cubicBezTo>
                <a:close/>
                <a:moveTo>
                  <a:pt x="13544" y="14978"/>
                </a:moveTo>
                <a:cubicBezTo>
                  <a:pt x="13310" y="14978"/>
                  <a:pt x="13110" y="15145"/>
                  <a:pt x="13110" y="15378"/>
                </a:cubicBezTo>
                <a:lnTo>
                  <a:pt x="13110" y="19048"/>
                </a:lnTo>
                <a:cubicBezTo>
                  <a:pt x="13110" y="19281"/>
                  <a:pt x="13310" y="19481"/>
                  <a:pt x="13544" y="19481"/>
                </a:cubicBezTo>
                <a:lnTo>
                  <a:pt x="17547" y="19481"/>
                </a:lnTo>
                <a:cubicBezTo>
                  <a:pt x="17780" y="19481"/>
                  <a:pt x="17947" y="19281"/>
                  <a:pt x="17947" y="19048"/>
                </a:cubicBezTo>
                <a:lnTo>
                  <a:pt x="17947" y="15378"/>
                </a:lnTo>
                <a:cubicBezTo>
                  <a:pt x="17947" y="15145"/>
                  <a:pt x="17780" y="14978"/>
                  <a:pt x="17547" y="14978"/>
                </a:cubicBezTo>
                <a:close/>
                <a:moveTo>
                  <a:pt x="20082" y="14978"/>
                </a:moveTo>
                <a:cubicBezTo>
                  <a:pt x="19882" y="14978"/>
                  <a:pt x="19681" y="15145"/>
                  <a:pt x="19681" y="15378"/>
                </a:cubicBezTo>
                <a:lnTo>
                  <a:pt x="19681" y="19048"/>
                </a:lnTo>
                <a:cubicBezTo>
                  <a:pt x="19681" y="19281"/>
                  <a:pt x="19882" y="19481"/>
                  <a:pt x="20082" y="19481"/>
                </a:cubicBezTo>
                <a:lnTo>
                  <a:pt x="24085" y="19481"/>
                </a:lnTo>
                <a:cubicBezTo>
                  <a:pt x="24318" y="19481"/>
                  <a:pt x="24518" y="19281"/>
                  <a:pt x="24518" y="19048"/>
                </a:cubicBezTo>
                <a:lnTo>
                  <a:pt x="24518" y="15378"/>
                </a:lnTo>
                <a:cubicBezTo>
                  <a:pt x="24518" y="15145"/>
                  <a:pt x="24318" y="14978"/>
                  <a:pt x="24085" y="14978"/>
                </a:cubicBezTo>
                <a:close/>
                <a:moveTo>
                  <a:pt x="26653" y="14978"/>
                </a:moveTo>
                <a:cubicBezTo>
                  <a:pt x="26420" y="14978"/>
                  <a:pt x="26253" y="15145"/>
                  <a:pt x="26253" y="15378"/>
                </a:cubicBezTo>
                <a:lnTo>
                  <a:pt x="26253" y="19048"/>
                </a:lnTo>
                <a:cubicBezTo>
                  <a:pt x="26253" y="19281"/>
                  <a:pt x="26420" y="19481"/>
                  <a:pt x="26653" y="19481"/>
                </a:cubicBezTo>
                <a:lnTo>
                  <a:pt x="30656" y="19481"/>
                </a:lnTo>
                <a:cubicBezTo>
                  <a:pt x="30889" y="19481"/>
                  <a:pt x="31056" y="19281"/>
                  <a:pt x="31056" y="19048"/>
                </a:cubicBezTo>
                <a:lnTo>
                  <a:pt x="31056" y="15378"/>
                </a:lnTo>
                <a:cubicBezTo>
                  <a:pt x="31056" y="15145"/>
                  <a:pt x="30889" y="14978"/>
                  <a:pt x="30656" y="14978"/>
                </a:cubicBezTo>
                <a:close/>
                <a:moveTo>
                  <a:pt x="33224" y="14978"/>
                </a:moveTo>
                <a:cubicBezTo>
                  <a:pt x="32991" y="14978"/>
                  <a:pt x="32791" y="15145"/>
                  <a:pt x="32791" y="15378"/>
                </a:cubicBezTo>
                <a:lnTo>
                  <a:pt x="32791" y="19048"/>
                </a:lnTo>
                <a:cubicBezTo>
                  <a:pt x="32791" y="19281"/>
                  <a:pt x="32991" y="19481"/>
                  <a:pt x="33224" y="19481"/>
                </a:cubicBezTo>
                <a:lnTo>
                  <a:pt x="37194" y="19481"/>
                </a:lnTo>
                <a:cubicBezTo>
                  <a:pt x="37427" y="19481"/>
                  <a:pt x="37628" y="19281"/>
                  <a:pt x="37628" y="19048"/>
                </a:cubicBezTo>
                <a:lnTo>
                  <a:pt x="37628" y="15378"/>
                </a:lnTo>
                <a:cubicBezTo>
                  <a:pt x="37628" y="15145"/>
                  <a:pt x="37427" y="14978"/>
                  <a:pt x="37194" y="14978"/>
                </a:cubicBezTo>
                <a:close/>
                <a:moveTo>
                  <a:pt x="39762" y="14978"/>
                </a:moveTo>
                <a:cubicBezTo>
                  <a:pt x="39529" y="14978"/>
                  <a:pt x="39329" y="15145"/>
                  <a:pt x="39329" y="15378"/>
                </a:cubicBezTo>
                <a:lnTo>
                  <a:pt x="39329" y="19048"/>
                </a:lnTo>
                <a:cubicBezTo>
                  <a:pt x="39362" y="19281"/>
                  <a:pt x="39529" y="19481"/>
                  <a:pt x="39762" y="19481"/>
                </a:cubicBezTo>
                <a:lnTo>
                  <a:pt x="43765" y="19481"/>
                </a:lnTo>
                <a:cubicBezTo>
                  <a:pt x="43999" y="19481"/>
                  <a:pt x="44166" y="19281"/>
                  <a:pt x="44166" y="19048"/>
                </a:cubicBezTo>
                <a:lnTo>
                  <a:pt x="44166" y="15378"/>
                </a:lnTo>
                <a:cubicBezTo>
                  <a:pt x="44166" y="15145"/>
                  <a:pt x="43999" y="14978"/>
                  <a:pt x="43765" y="14978"/>
                </a:cubicBezTo>
                <a:close/>
                <a:moveTo>
                  <a:pt x="46334" y="14978"/>
                </a:moveTo>
                <a:cubicBezTo>
                  <a:pt x="46100" y="14978"/>
                  <a:pt x="45900" y="15145"/>
                  <a:pt x="45900" y="15378"/>
                </a:cubicBezTo>
                <a:lnTo>
                  <a:pt x="45900" y="19048"/>
                </a:lnTo>
                <a:cubicBezTo>
                  <a:pt x="45900" y="19281"/>
                  <a:pt x="46100" y="19481"/>
                  <a:pt x="46334" y="19481"/>
                </a:cubicBezTo>
                <a:lnTo>
                  <a:pt x="50337" y="19481"/>
                </a:lnTo>
                <a:cubicBezTo>
                  <a:pt x="50537" y="19481"/>
                  <a:pt x="50737" y="19281"/>
                  <a:pt x="50737" y="19048"/>
                </a:cubicBezTo>
                <a:lnTo>
                  <a:pt x="50737" y="15378"/>
                </a:lnTo>
                <a:cubicBezTo>
                  <a:pt x="50737" y="15145"/>
                  <a:pt x="50537" y="14978"/>
                  <a:pt x="50337" y="14978"/>
                </a:cubicBezTo>
                <a:close/>
                <a:moveTo>
                  <a:pt x="52872" y="14978"/>
                </a:moveTo>
                <a:cubicBezTo>
                  <a:pt x="52638" y="14978"/>
                  <a:pt x="52471" y="15145"/>
                  <a:pt x="52471" y="15378"/>
                </a:cubicBezTo>
                <a:lnTo>
                  <a:pt x="52471" y="19048"/>
                </a:lnTo>
                <a:cubicBezTo>
                  <a:pt x="52471" y="19281"/>
                  <a:pt x="52638" y="19481"/>
                  <a:pt x="52872" y="19481"/>
                </a:cubicBezTo>
                <a:lnTo>
                  <a:pt x="56875" y="19481"/>
                </a:lnTo>
                <a:cubicBezTo>
                  <a:pt x="57108" y="19481"/>
                  <a:pt x="57308" y="19281"/>
                  <a:pt x="57308" y="19048"/>
                </a:cubicBezTo>
                <a:lnTo>
                  <a:pt x="57308" y="15378"/>
                </a:lnTo>
                <a:cubicBezTo>
                  <a:pt x="57308" y="15145"/>
                  <a:pt x="57108" y="14978"/>
                  <a:pt x="56875" y="14978"/>
                </a:cubicBezTo>
                <a:close/>
                <a:moveTo>
                  <a:pt x="59443" y="14978"/>
                </a:moveTo>
                <a:cubicBezTo>
                  <a:pt x="59210" y="14978"/>
                  <a:pt x="59009" y="15145"/>
                  <a:pt x="59009" y="15378"/>
                </a:cubicBezTo>
                <a:lnTo>
                  <a:pt x="59009" y="19048"/>
                </a:lnTo>
                <a:cubicBezTo>
                  <a:pt x="59009" y="19281"/>
                  <a:pt x="59210" y="19481"/>
                  <a:pt x="59443" y="19481"/>
                </a:cubicBezTo>
                <a:lnTo>
                  <a:pt x="63446" y="19481"/>
                </a:lnTo>
                <a:cubicBezTo>
                  <a:pt x="63646" y="19481"/>
                  <a:pt x="63846" y="19281"/>
                  <a:pt x="63846" y="19048"/>
                </a:cubicBezTo>
                <a:lnTo>
                  <a:pt x="63846" y="15378"/>
                </a:lnTo>
                <a:cubicBezTo>
                  <a:pt x="63846" y="15145"/>
                  <a:pt x="63646" y="14978"/>
                  <a:pt x="63446" y="14978"/>
                </a:cubicBezTo>
                <a:close/>
                <a:moveTo>
                  <a:pt x="65981" y="14978"/>
                </a:moveTo>
                <a:cubicBezTo>
                  <a:pt x="65748" y="14978"/>
                  <a:pt x="65581" y="15145"/>
                  <a:pt x="65581" y="15378"/>
                </a:cubicBezTo>
                <a:lnTo>
                  <a:pt x="65581" y="19048"/>
                </a:lnTo>
                <a:cubicBezTo>
                  <a:pt x="65581" y="19281"/>
                  <a:pt x="65748" y="19481"/>
                  <a:pt x="65981" y="19481"/>
                </a:cubicBezTo>
                <a:lnTo>
                  <a:pt x="69984" y="19481"/>
                </a:lnTo>
                <a:cubicBezTo>
                  <a:pt x="70217" y="19481"/>
                  <a:pt x="70418" y="19281"/>
                  <a:pt x="70418" y="19048"/>
                </a:cubicBezTo>
                <a:lnTo>
                  <a:pt x="70418" y="15378"/>
                </a:lnTo>
                <a:cubicBezTo>
                  <a:pt x="70418" y="15145"/>
                  <a:pt x="70217" y="14978"/>
                  <a:pt x="69984" y="14978"/>
                </a:cubicBezTo>
                <a:close/>
                <a:moveTo>
                  <a:pt x="65981" y="9041"/>
                </a:moveTo>
                <a:cubicBezTo>
                  <a:pt x="65748" y="9041"/>
                  <a:pt x="65581" y="9207"/>
                  <a:pt x="65581" y="9441"/>
                </a:cubicBezTo>
                <a:lnTo>
                  <a:pt x="65581" y="13110"/>
                </a:lnTo>
                <a:cubicBezTo>
                  <a:pt x="65581" y="13344"/>
                  <a:pt x="65748" y="13544"/>
                  <a:pt x="65981" y="13544"/>
                </a:cubicBezTo>
                <a:lnTo>
                  <a:pt x="71719" y="13544"/>
                </a:lnTo>
                <a:cubicBezTo>
                  <a:pt x="71952" y="13544"/>
                  <a:pt x="72119" y="13744"/>
                  <a:pt x="72119" y="13944"/>
                </a:cubicBezTo>
                <a:lnTo>
                  <a:pt x="72119" y="19048"/>
                </a:lnTo>
                <a:cubicBezTo>
                  <a:pt x="72119" y="19281"/>
                  <a:pt x="72319" y="19481"/>
                  <a:pt x="72552" y="19481"/>
                </a:cubicBezTo>
                <a:lnTo>
                  <a:pt x="76555" y="19481"/>
                </a:lnTo>
                <a:cubicBezTo>
                  <a:pt x="76789" y="19481"/>
                  <a:pt x="76956" y="19281"/>
                  <a:pt x="76956" y="19048"/>
                </a:cubicBezTo>
                <a:lnTo>
                  <a:pt x="76956" y="9441"/>
                </a:lnTo>
                <a:cubicBezTo>
                  <a:pt x="76956" y="9207"/>
                  <a:pt x="76789" y="9041"/>
                  <a:pt x="76555" y="9041"/>
                </a:cubicBezTo>
                <a:close/>
                <a:moveTo>
                  <a:pt x="434" y="20916"/>
                </a:moveTo>
                <a:cubicBezTo>
                  <a:pt x="201" y="20916"/>
                  <a:pt x="1" y="21083"/>
                  <a:pt x="1" y="21316"/>
                </a:cubicBezTo>
                <a:lnTo>
                  <a:pt x="1" y="24985"/>
                </a:lnTo>
                <a:cubicBezTo>
                  <a:pt x="1" y="25219"/>
                  <a:pt x="201" y="25419"/>
                  <a:pt x="434" y="25419"/>
                </a:cubicBezTo>
                <a:lnTo>
                  <a:pt x="4437" y="25419"/>
                </a:lnTo>
                <a:cubicBezTo>
                  <a:pt x="4671" y="25419"/>
                  <a:pt x="4837" y="25219"/>
                  <a:pt x="4837" y="24985"/>
                </a:cubicBezTo>
                <a:lnTo>
                  <a:pt x="4837" y="21316"/>
                </a:lnTo>
                <a:cubicBezTo>
                  <a:pt x="4837" y="21083"/>
                  <a:pt x="4671" y="20916"/>
                  <a:pt x="4437" y="20916"/>
                </a:cubicBezTo>
                <a:close/>
                <a:moveTo>
                  <a:pt x="6972" y="20916"/>
                </a:moveTo>
                <a:cubicBezTo>
                  <a:pt x="6739" y="20916"/>
                  <a:pt x="6572" y="21083"/>
                  <a:pt x="6572" y="21316"/>
                </a:cubicBezTo>
                <a:lnTo>
                  <a:pt x="6572" y="24985"/>
                </a:lnTo>
                <a:cubicBezTo>
                  <a:pt x="6572" y="25219"/>
                  <a:pt x="6739" y="25419"/>
                  <a:pt x="6972" y="25419"/>
                </a:cubicBezTo>
                <a:lnTo>
                  <a:pt x="10975" y="25419"/>
                </a:lnTo>
                <a:cubicBezTo>
                  <a:pt x="11209" y="25419"/>
                  <a:pt x="11409" y="25219"/>
                  <a:pt x="11409" y="24985"/>
                </a:cubicBezTo>
                <a:lnTo>
                  <a:pt x="11409" y="21316"/>
                </a:lnTo>
                <a:cubicBezTo>
                  <a:pt x="11409" y="21083"/>
                  <a:pt x="11209" y="20916"/>
                  <a:pt x="10975" y="20916"/>
                </a:cubicBezTo>
                <a:close/>
                <a:moveTo>
                  <a:pt x="13544" y="20916"/>
                </a:moveTo>
                <a:cubicBezTo>
                  <a:pt x="13310" y="20916"/>
                  <a:pt x="13110" y="21083"/>
                  <a:pt x="13110" y="21316"/>
                </a:cubicBezTo>
                <a:lnTo>
                  <a:pt x="13110" y="24985"/>
                </a:lnTo>
                <a:cubicBezTo>
                  <a:pt x="13110" y="25219"/>
                  <a:pt x="13310" y="25419"/>
                  <a:pt x="13544" y="25419"/>
                </a:cubicBezTo>
                <a:lnTo>
                  <a:pt x="17547" y="25419"/>
                </a:lnTo>
                <a:cubicBezTo>
                  <a:pt x="17780" y="25419"/>
                  <a:pt x="17947" y="25219"/>
                  <a:pt x="17947" y="24985"/>
                </a:cubicBezTo>
                <a:lnTo>
                  <a:pt x="17947" y="21316"/>
                </a:lnTo>
                <a:cubicBezTo>
                  <a:pt x="17947" y="21083"/>
                  <a:pt x="17780" y="20916"/>
                  <a:pt x="17547" y="20916"/>
                </a:cubicBezTo>
                <a:close/>
                <a:moveTo>
                  <a:pt x="20082" y="20916"/>
                </a:moveTo>
                <a:cubicBezTo>
                  <a:pt x="19882" y="20916"/>
                  <a:pt x="19681" y="21083"/>
                  <a:pt x="19681" y="21316"/>
                </a:cubicBezTo>
                <a:lnTo>
                  <a:pt x="19681" y="24985"/>
                </a:lnTo>
                <a:cubicBezTo>
                  <a:pt x="19681" y="25219"/>
                  <a:pt x="19882" y="25419"/>
                  <a:pt x="20082" y="25419"/>
                </a:cubicBezTo>
                <a:lnTo>
                  <a:pt x="24085" y="25419"/>
                </a:lnTo>
                <a:cubicBezTo>
                  <a:pt x="24318" y="25419"/>
                  <a:pt x="24518" y="25219"/>
                  <a:pt x="24518" y="24985"/>
                </a:cubicBezTo>
                <a:lnTo>
                  <a:pt x="24518" y="21316"/>
                </a:lnTo>
                <a:cubicBezTo>
                  <a:pt x="24518" y="21083"/>
                  <a:pt x="24318" y="20916"/>
                  <a:pt x="24085" y="20916"/>
                </a:cubicBezTo>
                <a:close/>
                <a:moveTo>
                  <a:pt x="26653" y="20916"/>
                </a:moveTo>
                <a:cubicBezTo>
                  <a:pt x="26420" y="20916"/>
                  <a:pt x="26253" y="21083"/>
                  <a:pt x="26253" y="21316"/>
                </a:cubicBezTo>
                <a:lnTo>
                  <a:pt x="26253" y="24985"/>
                </a:lnTo>
                <a:cubicBezTo>
                  <a:pt x="26253" y="25219"/>
                  <a:pt x="26420" y="25419"/>
                  <a:pt x="26653" y="25419"/>
                </a:cubicBezTo>
                <a:lnTo>
                  <a:pt x="30656" y="25419"/>
                </a:lnTo>
                <a:cubicBezTo>
                  <a:pt x="30889" y="25419"/>
                  <a:pt x="31056" y="25219"/>
                  <a:pt x="31056" y="24985"/>
                </a:cubicBezTo>
                <a:lnTo>
                  <a:pt x="31056" y="21316"/>
                </a:lnTo>
                <a:cubicBezTo>
                  <a:pt x="31056" y="21083"/>
                  <a:pt x="30889" y="20916"/>
                  <a:pt x="30656" y="20916"/>
                </a:cubicBezTo>
                <a:close/>
                <a:moveTo>
                  <a:pt x="33224" y="20916"/>
                </a:moveTo>
                <a:cubicBezTo>
                  <a:pt x="32991" y="20916"/>
                  <a:pt x="32791" y="21083"/>
                  <a:pt x="32791" y="21316"/>
                </a:cubicBezTo>
                <a:lnTo>
                  <a:pt x="32791" y="24985"/>
                </a:lnTo>
                <a:cubicBezTo>
                  <a:pt x="32791" y="25219"/>
                  <a:pt x="32991" y="25419"/>
                  <a:pt x="33224" y="25419"/>
                </a:cubicBezTo>
                <a:lnTo>
                  <a:pt x="37194" y="25419"/>
                </a:lnTo>
                <a:cubicBezTo>
                  <a:pt x="37427" y="25419"/>
                  <a:pt x="37628" y="25219"/>
                  <a:pt x="37628" y="24985"/>
                </a:cubicBezTo>
                <a:lnTo>
                  <a:pt x="37628" y="21316"/>
                </a:lnTo>
                <a:cubicBezTo>
                  <a:pt x="37628" y="21083"/>
                  <a:pt x="37427" y="20916"/>
                  <a:pt x="37194" y="20916"/>
                </a:cubicBezTo>
                <a:close/>
                <a:moveTo>
                  <a:pt x="39762" y="20916"/>
                </a:moveTo>
                <a:cubicBezTo>
                  <a:pt x="39529" y="20916"/>
                  <a:pt x="39329" y="21083"/>
                  <a:pt x="39329" y="21316"/>
                </a:cubicBezTo>
                <a:lnTo>
                  <a:pt x="39329" y="24985"/>
                </a:lnTo>
                <a:cubicBezTo>
                  <a:pt x="39362" y="25219"/>
                  <a:pt x="39529" y="25419"/>
                  <a:pt x="39762" y="25419"/>
                </a:cubicBezTo>
                <a:lnTo>
                  <a:pt x="43765" y="25419"/>
                </a:lnTo>
                <a:cubicBezTo>
                  <a:pt x="43999" y="25419"/>
                  <a:pt x="44166" y="25219"/>
                  <a:pt x="44166" y="24985"/>
                </a:cubicBezTo>
                <a:lnTo>
                  <a:pt x="44166" y="21316"/>
                </a:lnTo>
                <a:cubicBezTo>
                  <a:pt x="44166" y="21083"/>
                  <a:pt x="43999" y="20916"/>
                  <a:pt x="43765" y="20916"/>
                </a:cubicBezTo>
                <a:close/>
                <a:moveTo>
                  <a:pt x="46334" y="20916"/>
                </a:moveTo>
                <a:cubicBezTo>
                  <a:pt x="46100" y="20916"/>
                  <a:pt x="45900" y="21083"/>
                  <a:pt x="45900" y="21316"/>
                </a:cubicBezTo>
                <a:lnTo>
                  <a:pt x="45900" y="24985"/>
                </a:lnTo>
                <a:cubicBezTo>
                  <a:pt x="45900" y="25219"/>
                  <a:pt x="46100" y="25419"/>
                  <a:pt x="46334" y="25419"/>
                </a:cubicBezTo>
                <a:lnTo>
                  <a:pt x="50337" y="25419"/>
                </a:lnTo>
                <a:cubicBezTo>
                  <a:pt x="50537" y="25419"/>
                  <a:pt x="50737" y="25219"/>
                  <a:pt x="50737" y="24985"/>
                </a:cubicBezTo>
                <a:lnTo>
                  <a:pt x="50737" y="21316"/>
                </a:lnTo>
                <a:cubicBezTo>
                  <a:pt x="50737" y="21083"/>
                  <a:pt x="50537" y="20916"/>
                  <a:pt x="50337" y="20916"/>
                </a:cubicBezTo>
                <a:close/>
                <a:moveTo>
                  <a:pt x="52872" y="20916"/>
                </a:moveTo>
                <a:cubicBezTo>
                  <a:pt x="52638" y="20916"/>
                  <a:pt x="52471" y="21083"/>
                  <a:pt x="52471" y="21316"/>
                </a:cubicBezTo>
                <a:lnTo>
                  <a:pt x="52471" y="24985"/>
                </a:lnTo>
                <a:cubicBezTo>
                  <a:pt x="52471" y="25219"/>
                  <a:pt x="52638" y="25419"/>
                  <a:pt x="52872" y="25419"/>
                </a:cubicBezTo>
                <a:lnTo>
                  <a:pt x="56875" y="25419"/>
                </a:lnTo>
                <a:cubicBezTo>
                  <a:pt x="57108" y="25419"/>
                  <a:pt x="57308" y="25219"/>
                  <a:pt x="57308" y="24985"/>
                </a:cubicBezTo>
                <a:lnTo>
                  <a:pt x="57308" y="21316"/>
                </a:lnTo>
                <a:cubicBezTo>
                  <a:pt x="57308" y="21083"/>
                  <a:pt x="57108" y="20916"/>
                  <a:pt x="56875" y="20916"/>
                </a:cubicBezTo>
                <a:close/>
                <a:moveTo>
                  <a:pt x="59443" y="20916"/>
                </a:moveTo>
                <a:cubicBezTo>
                  <a:pt x="59210" y="20916"/>
                  <a:pt x="59009" y="21083"/>
                  <a:pt x="59009" y="21316"/>
                </a:cubicBezTo>
                <a:lnTo>
                  <a:pt x="59009" y="24985"/>
                </a:lnTo>
                <a:cubicBezTo>
                  <a:pt x="59009" y="25219"/>
                  <a:pt x="59210" y="25419"/>
                  <a:pt x="59443" y="25419"/>
                </a:cubicBezTo>
                <a:lnTo>
                  <a:pt x="63446" y="25419"/>
                </a:lnTo>
                <a:cubicBezTo>
                  <a:pt x="63646" y="25419"/>
                  <a:pt x="63846" y="25219"/>
                  <a:pt x="63846" y="24985"/>
                </a:cubicBezTo>
                <a:lnTo>
                  <a:pt x="63846" y="21316"/>
                </a:lnTo>
                <a:cubicBezTo>
                  <a:pt x="63846" y="21083"/>
                  <a:pt x="63646" y="20916"/>
                  <a:pt x="63446" y="20916"/>
                </a:cubicBezTo>
                <a:close/>
                <a:moveTo>
                  <a:pt x="65981" y="20916"/>
                </a:moveTo>
                <a:cubicBezTo>
                  <a:pt x="65748" y="20916"/>
                  <a:pt x="65581" y="21083"/>
                  <a:pt x="65581" y="21316"/>
                </a:cubicBezTo>
                <a:lnTo>
                  <a:pt x="65581" y="24985"/>
                </a:lnTo>
                <a:cubicBezTo>
                  <a:pt x="65581" y="25219"/>
                  <a:pt x="65748" y="25419"/>
                  <a:pt x="65981" y="25419"/>
                </a:cubicBezTo>
                <a:lnTo>
                  <a:pt x="69984" y="25419"/>
                </a:lnTo>
                <a:cubicBezTo>
                  <a:pt x="70217" y="25419"/>
                  <a:pt x="70418" y="25219"/>
                  <a:pt x="70418" y="24985"/>
                </a:cubicBezTo>
                <a:lnTo>
                  <a:pt x="70418" y="21316"/>
                </a:lnTo>
                <a:cubicBezTo>
                  <a:pt x="70418" y="21083"/>
                  <a:pt x="70217" y="20916"/>
                  <a:pt x="69984" y="20916"/>
                </a:cubicBezTo>
                <a:close/>
                <a:moveTo>
                  <a:pt x="72552" y="20916"/>
                </a:moveTo>
                <a:cubicBezTo>
                  <a:pt x="72319" y="20916"/>
                  <a:pt x="72119" y="21083"/>
                  <a:pt x="72119" y="21316"/>
                </a:cubicBezTo>
                <a:lnTo>
                  <a:pt x="72119" y="24985"/>
                </a:lnTo>
                <a:cubicBezTo>
                  <a:pt x="72119" y="25219"/>
                  <a:pt x="72319" y="25419"/>
                  <a:pt x="72552" y="25419"/>
                </a:cubicBezTo>
                <a:lnTo>
                  <a:pt x="76555" y="25419"/>
                </a:lnTo>
                <a:cubicBezTo>
                  <a:pt x="76789" y="25419"/>
                  <a:pt x="76956" y="25219"/>
                  <a:pt x="76956" y="24985"/>
                </a:cubicBezTo>
                <a:lnTo>
                  <a:pt x="76956" y="21316"/>
                </a:lnTo>
                <a:cubicBezTo>
                  <a:pt x="76956" y="21083"/>
                  <a:pt x="76789" y="20916"/>
                  <a:pt x="76555" y="20916"/>
                </a:cubicBezTo>
                <a:close/>
                <a:moveTo>
                  <a:pt x="434" y="26853"/>
                </a:moveTo>
                <a:cubicBezTo>
                  <a:pt x="201" y="26853"/>
                  <a:pt x="1" y="27020"/>
                  <a:pt x="1" y="27254"/>
                </a:cubicBezTo>
                <a:lnTo>
                  <a:pt x="1" y="30923"/>
                </a:lnTo>
                <a:cubicBezTo>
                  <a:pt x="1" y="31156"/>
                  <a:pt x="201" y="31357"/>
                  <a:pt x="434" y="31357"/>
                </a:cubicBezTo>
                <a:lnTo>
                  <a:pt x="4437" y="31357"/>
                </a:lnTo>
                <a:cubicBezTo>
                  <a:pt x="4671" y="31357"/>
                  <a:pt x="4837" y="31156"/>
                  <a:pt x="4837" y="30923"/>
                </a:cubicBezTo>
                <a:lnTo>
                  <a:pt x="4837" y="27254"/>
                </a:lnTo>
                <a:cubicBezTo>
                  <a:pt x="4837" y="27020"/>
                  <a:pt x="4671" y="26853"/>
                  <a:pt x="4437" y="26853"/>
                </a:cubicBezTo>
                <a:close/>
                <a:moveTo>
                  <a:pt x="6972" y="26853"/>
                </a:moveTo>
                <a:cubicBezTo>
                  <a:pt x="6739" y="26853"/>
                  <a:pt x="6572" y="27020"/>
                  <a:pt x="6572" y="27254"/>
                </a:cubicBezTo>
                <a:lnTo>
                  <a:pt x="6572" y="30923"/>
                </a:lnTo>
                <a:cubicBezTo>
                  <a:pt x="6572" y="31156"/>
                  <a:pt x="6739" y="31357"/>
                  <a:pt x="6972" y="31357"/>
                </a:cubicBezTo>
                <a:lnTo>
                  <a:pt x="10975" y="31357"/>
                </a:lnTo>
                <a:cubicBezTo>
                  <a:pt x="11209" y="31357"/>
                  <a:pt x="11409" y="31156"/>
                  <a:pt x="11409" y="30923"/>
                </a:cubicBezTo>
                <a:lnTo>
                  <a:pt x="11409" y="27254"/>
                </a:lnTo>
                <a:cubicBezTo>
                  <a:pt x="11409" y="27020"/>
                  <a:pt x="11209" y="26853"/>
                  <a:pt x="10975" y="26853"/>
                </a:cubicBezTo>
                <a:close/>
                <a:moveTo>
                  <a:pt x="13544" y="26853"/>
                </a:moveTo>
                <a:cubicBezTo>
                  <a:pt x="13310" y="26853"/>
                  <a:pt x="13110" y="27020"/>
                  <a:pt x="13110" y="27254"/>
                </a:cubicBezTo>
                <a:lnTo>
                  <a:pt x="13110" y="30923"/>
                </a:lnTo>
                <a:cubicBezTo>
                  <a:pt x="13110" y="31156"/>
                  <a:pt x="13310" y="31357"/>
                  <a:pt x="13544" y="31357"/>
                </a:cubicBezTo>
                <a:lnTo>
                  <a:pt x="17547" y="31357"/>
                </a:lnTo>
                <a:cubicBezTo>
                  <a:pt x="17780" y="31357"/>
                  <a:pt x="17947" y="31156"/>
                  <a:pt x="17947" y="30923"/>
                </a:cubicBezTo>
                <a:lnTo>
                  <a:pt x="17947" y="27254"/>
                </a:lnTo>
                <a:cubicBezTo>
                  <a:pt x="17947" y="27020"/>
                  <a:pt x="17780" y="26853"/>
                  <a:pt x="17547" y="26853"/>
                </a:cubicBezTo>
                <a:close/>
                <a:moveTo>
                  <a:pt x="20082" y="26853"/>
                </a:moveTo>
                <a:cubicBezTo>
                  <a:pt x="19882" y="26853"/>
                  <a:pt x="19681" y="27020"/>
                  <a:pt x="19681" y="27254"/>
                </a:cubicBezTo>
                <a:lnTo>
                  <a:pt x="19681" y="30923"/>
                </a:lnTo>
                <a:cubicBezTo>
                  <a:pt x="19681" y="31156"/>
                  <a:pt x="19882" y="31357"/>
                  <a:pt x="20082" y="31357"/>
                </a:cubicBezTo>
                <a:lnTo>
                  <a:pt x="24085" y="31357"/>
                </a:lnTo>
                <a:cubicBezTo>
                  <a:pt x="24318" y="31357"/>
                  <a:pt x="24518" y="31156"/>
                  <a:pt x="24518" y="30923"/>
                </a:cubicBezTo>
                <a:lnTo>
                  <a:pt x="24518" y="27254"/>
                </a:lnTo>
                <a:cubicBezTo>
                  <a:pt x="24518" y="27020"/>
                  <a:pt x="24318" y="26853"/>
                  <a:pt x="24085" y="26853"/>
                </a:cubicBezTo>
                <a:close/>
                <a:moveTo>
                  <a:pt x="26653" y="26853"/>
                </a:moveTo>
                <a:cubicBezTo>
                  <a:pt x="26420" y="26853"/>
                  <a:pt x="26253" y="27020"/>
                  <a:pt x="26253" y="27254"/>
                </a:cubicBezTo>
                <a:lnTo>
                  <a:pt x="26253" y="30923"/>
                </a:lnTo>
                <a:cubicBezTo>
                  <a:pt x="26253" y="31156"/>
                  <a:pt x="26420" y="31357"/>
                  <a:pt x="26653" y="31357"/>
                </a:cubicBezTo>
                <a:lnTo>
                  <a:pt x="56875" y="31357"/>
                </a:lnTo>
                <a:cubicBezTo>
                  <a:pt x="57108" y="31357"/>
                  <a:pt x="57308" y="31156"/>
                  <a:pt x="57308" y="30923"/>
                </a:cubicBezTo>
                <a:lnTo>
                  <a:pt x="57308" y="27254"/>
                </a:lnTo>
                <a:cubicBezTo>
                  <a:pt x="57308" y="27020"/>
                  <a:pt x="57108" y="26853"/>
                  <a:pt x="56875" y="26853"/>
                </a:cubicBezTo>
                <a:close/>
                <a:moveTo>
                  <a:pt x="59443" y="26853"/>
                </a:moveTo>
                <a:cubicBezTo>
                  <a:pt x="59210" y="26853"/>
                  <a:pt x="59009" y="27020"/>
                  <a:pt x="59009" y="27254"/>
                </a:cubicBezTo>
                <a:lnTo>
                  <a:pt x="59009" y="30923"/>
                </a:lnTo>
                <a:cubicBezTo>
                  <a:pt x="59009" y="31156"/>
                  <a:pt x="59210" y="31357"/>
                  <a:pt x="59443" y="31357"/>
                </a:cubicBezTo>
                <a:lnTo>
                  <a:pt x="63446" y="31357"/>
                </a:lnTo>
                <a:cubicBezTo>
                  <a:pt x="63646" y="31357"/>
                  <a:pt x="63846" y="31156"/>
                  <a:pt x="63846" y="30923"/>
                </a:cubicBezTo>
                <a:lnTo>
                  <a:pt x="63846" y="27254"/>
                </a:lnTo>
                <a:cubicBezTo>
                  <a:pt x="63846" y="27020"/>
                  <a:pt x="63646" y="26853"/>
                  <a:pt x="63446" y="26853"/>
                </a:cubicBezTo>
                <a:close/>
                <a:moveTo>
                  <a:pt x="65981" y="26853"/>
                </a:moveTo>
                <a:cubicBezTo>
                  <a:pt x="65748" y="26853"/>
                  <a:pt x="65581" y="27020"/>
                  <a:pt x="65581" y="27254"/>
                </a:cubicBezTo>
                <a:lnTo>
                  <a:pt x="65581" y="30923"/>
                </a:lnTo>
                <a:cubicBezTo>
                  <a:pt x="65581" y="31156"/>
                  <a:pt x="65748" y="31357"/>
                  <a:pt x="65981" y="31357"/>
                </a:cubicBezTo>
                <a:lnTo>
                  <a:pt x="69984" y="31357"/>
                </a:lnTo>
                <a:cubicBezTo>
                  <a:pt x="70217" y="31357"/>
                  <a:pt x="70418" y="31156"/>
                  <a:pt x="70418" y="30923"/>
                </a:cubicBezTo>
                <a:lnTo>
                  <a:pt x="70418" y="27254"/>
                </a:lnTo>
                <a:cubicBezTo>
                  <a:pt x="70418" y="27020"/>
                  <a:pt x="70217" y="26853"/>
                  <a:pt x="69984" y="26853"/>
                </a:cubicBezTo>
                <a:close/>
                <a:moveTo>
                  <a:pt x="72552" y="26853"/>
                </a:moveTo>
                <a:cubicBezTo>
                  <a:pt x="72319" y="26853"/>
                  <a:pt x="72119" y="27020"/>
                  <a:pt x="72119" y="27254"/>
                </a:cubicBezTo>
                <a:lnTo>
                  <a:pt x="72119" y="30923"/>
                </a:lnTo>
                <a:cubicBezTo>
                  <a:pt x="72119" y="31156"/>
                  <a:pt x="72319" y="31357"/>
                  <a:pt x="72552" y="31357"/>
                </a:cubicBezTo>
                <a:lnTo>
                  <a:pt x="76555" y="31357"/>
                </a:lnTo>
                <a:cubicBezTo>
                  <a:pt x="76789" y="31357"/>
                  <a:pt x="76956" y="31156"/>
                  <a:pt x="76956" y="30923"/>
                </a:cubicBezTo>
                <a:lnTo>
                  <a:pt x="76956" y="27254"/>
                </a:lnTo>
                <a:cubicBezTo>
                  <a:pt x="76956" y="27020"/>
                  <a:pt x="76789" y="26853"/>
                  <a:pt x="76555" y="2685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6116020" y="3061064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6116020" y="3671568"/>
            <a:ext cx="126852" cy="13136"/>
          </a:xfrm>
          <a:custGeom>
            <a:rect b="b" l="l" r="r" t="t"/>
            <a:pathLst>
              <a:path extrusionOk="0" h="501" w="4838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6116020" y="3515875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5"/>
          <p:cNvSpPr/>
          <p:nvPr/>
        </p:nvSpPr>
        <p:spPr>
          <a:xfrm>
            <a:off x="6116020" y="3360207"/>
            <a:ext cx="126852" cy="13136"/>
          </a:xfrm>
          <a:custGeom>
            <a:rect b="b" l="l" r="r" t="t"/>
            <a:pathLst>
              <a:path extrusionOk="0" h="501" w="4838">
                <a:moveTo>
                  <a:pt x="434" y="0"/>
                </a:moveTo>
                <a:cubicBezTo>
                  <a:pt x="201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5"/>
          <p:cNvSpPr/>
          <p:nvPr/>
        </p:nvSpPr>
        <p:spPr>
          <a:xfrm>
            <a:off x="7319514" y="3515875"/>
            <a:ext cx="126826" cy="13162"/>
          </a:xfrm>
          <a:custGeom>
            <a:rect b="b" l="l" r="r" t="t"/>
            <a:pathLst>
              <a:path extrusionOk="0" h="502" w="4837">
                <a:moveTo>
                  <a:pt x="434" y="1"/>
                </a:moveTo>
                <a:cubicBezTo>
                  <a:pt x="200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5"/>
          <p:cNvSpPr/>
          <p:nvPr/>
        </p:nvSpPr>
        <p:spPr>
          <a:xfrm>
            <a:off x="7319514" y="3204513"/>
            <a:ext cx="126826" cy="13136"/>
          </a:xfrm>
          <a:custGeom>
            <a:rect b="b" l="l" r="r" t="t"/>
            <a:pathLst>
              <a:path extrusionOk="0" h="501" w="4837">
                <a:moveTo>
                  <a:pt x="434" y="1"/>
                </a:moveTo>
                <a:cubicBezTo>
                  <a:pt x="200" y="1"/>
                  <a:pt x="0" y="201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7319514" y="3360207"/>
            <a:ext cx="126826" cy="12271"/>
          </a:xfrm>
          <a:custGeom>
            <a:rect b="b" l="l" r="r" t="t"/>
            <a:pathLst>
              <a:path extrusionOk="0" h="468" w="4837">
                <a:moveTo>
                  <a:pt x="434" y="0"/>
                </a:moveTo>
                <a:cubicBezTo>
                  <a:pt x="200" y="0"/>
                  <a:pt x="0" y="167"/>
                  <a:pt x="0" y="400"/>
                </a:cubicBezTo>
                <a:lnTo>
                  <a:pt x="0" y="467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467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5"/>
          <p:cNvSpPr/>
          <p:nvPr/>
        </p:nvSpPr>
        <p:spPr>
          <a:xfrm>
            <a:off x="7835522" y="2967485"/>
            <a:ext cx="126852" cy="13162"/>
          </a:xfrm>
          <a:custGeom>
            <a:rect b="b" l="l" r="r" t="t"/>
            <a:pathLst>
              <a:path extrusionOk="0" h="502" w="4838">
                <a:moveTo>
                  <a:pt x="401" y="1"/>
                </a:moveTo>
                <a:cubicBezTo>
                  <a:pt x="168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5"/>
          <p:cNvSpPr/>
          <p:nvPr/>
        </p:nvSpPr>
        <p:spPr>
          <a:xfrm>
            <a:off x="7319514" y="3061064"/>
            <a:ext cx="126826" cy="13162"/>
          </a:xfrm>
          <a:custGeom>
            <a:rect b="b" l="l" r="r" t="t"/>
            <a:pathLst>
              <a:path extrusionOk="0" h="502" w="4837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5"/>
          <p:cNvSpPr/>
          <p:nvPr/>
        </p:nvSpPr>
        <p:spPr>
          <a:xfrm>
            <a:off x="7319514" y="2967485"/>
            <a:ext cx="126826" cy="13162"/>
          </a:xfrm>
          <a:custGeom>
            <a:rect b="b" l="l" r="r" t="t"/>
            <a:pathLst>
              <a:path extrusionOk="0" h="502" w="4837">
                <a:moveTo>
                  <a:pt x="434" y="1"/>
                </a:moveTo>
                <a:cubicBezTo>
                  <a:pt x="200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5"/>
          <p:cNvSpPr/>
          <p:nvPr/>
        </p:nvSpPr>
        <p:spPr>
          <a:xfrm>
            <a:off x="7835522" y="3671568"/>
            <a:ext cx="126852" cy="13136"/>
          </a:xfrm>
          <a:custGeom>
            <a:rect b="b" l="l" r="r" t="t"/>
            <a:pathLst>
              <a:path extrusionOk="0" h="501" w="4838">
                <a:moveTo>
                  <a:pt x="401" y="0"/>
                </a:moveTo>
                <a:cubicBezTo>
                  <a:pt x="168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7663231" y="2967485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5"/>
          <p:cNvSpPr/>
          <p:nvPr/>
        </p:nvSpPr>
        <p:spPr>
          <a:xfrm>
            <a:off x="7663231" y="3204513"/>
            <a:ext cx="126852" cy="13136"/>
          </a:xfrm>
          <a:custGeom>
            <a:rect b="b" l="l" r="r" t="t"/>
            <a:pathLst>
              <a:path extrusionOk="0" h="501" w="4838">
                <a:moveTo>
                  <a:pt x="434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5"/>
          <p:cNvSpPr/>
          <p:nvPr/>
        </p:nvSpPr>
        <p:spPr>
          <a:xfrm>
            <a:off x="7663231" y="3061064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5"/>
          <p:cNvSpPr/>
          <p:nvPr/>
        </p:nvSpPr>
        <p:spPr>
          <a:xfrm>
            <a:off x="7663231" y="3360207"/>
            <a:ext cx="126852" cy="13136"/>
          </a:xfrm>
          <a:custGeom>
            <a:rect b="b" l="l" r="r" t="t"/>
            <a:pathLst>
              <a:path extrusionOk="0" h="501" w="4838">
                <a:moveTo>
                  <a:pt x="434" y="0"/>
                </a:moveTo>
                <a:cubicBezTo>
                  <a:pt x="201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5"/>
          <p:cNvSpPr/>
          <p:nvPr/>
        </p:nvSpPr>
        <p:spPr>
          <a:xfrm>
            <a:off x="7663231" y="3671568"/>
            <a:ext cx="126852" cy="13136"/>
          </a:xfrm>
          <a:custGeom>
            <a:rect b="b" l="l" r="r" t="t"/>
            <a:pathLst>
              <a:path extrusionOk="0" h="501" w="4838">
                <a:moveTo>
                  <a:pt x="434" y="0"/>
                </a:moveTo>
                <a:cubicBezTo>
                  <a:pt x="201" y="0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7663231" y="3515875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201" y="67"/>
                  <a:pt x="434" y="67"/>
                </a:cubicBezTo>
                <a:lnTo>
                  <a:pt x="4437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5"/>
          <p:cNvSpPr/>
          <p:nvPr/>
        </p:nvSpPr>
        <p:spPr>
          <a:xfrm>
            <a:off x="8006947" y="2967485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201"/>
                  <a:pt x="1" y="434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8" y="268"/>
                  <a:pt x="4838" y="501"/>
                </a:cubicBezTo>
                <a:lnTo>
                  <a:pt x="4838" y="434"/>
                </a:lnTo>
                <a:cubicBezTo>
                  <a:pt x="4838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5"/>
          <p:cNvSpPr/>
          <p:nvPr/>
        </p:nvSpPr>
        <p:spPr>
          <a:xfrm>
            <a:off x="7835522" y="3515875"/>
            <a:ext cx="126852" cy="13162"/>
          </a:xfrm>
          <a:custGeom>
            <a:rect b="b" l="l" r="r" t="t"/>
            <a:pathLst>
              <a:path extrusionOk="0" h="502" w="4838">
                <a:moveTo>
                  <a:pt x="401" y="1"/>
                </a:moveTo>
                <a:cubicBezTo>
                  <a:pt x="168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5"/>
          <p:cNvSpPr/>
          <p:nvPr/>
        </p:nvSpPr>
        <p:spPr>
          <a:xfrm>
            <a:off x="7491805" y="2967485"/>
            <a:ext cx="126852" cy="13162"/>
          </a:xfrm>
          <a:custGeom>
            <a:rect b="b" l="l" r="r" t="t"/>
            <a:pathLst>
              <a:path extrusionOk="0" h="502" w="4838">
                <a:moveTo>
                  <a:pt x="401" y="1"/>
                </a:moveTo>
                <a:cubicBezTo>
                  <a:pt x="167" y="1"/>
                  <a:pt x="0" y="201"/>
                  <a:pt x="0" y="434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4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5"/>
          <p:cNvSpPr/>
          <p:nvPr/>
        </p:nvSpPr>
        <p:spPr>
          <a:xfrm>
            <a:off x="7835522" y="3204513"/>
            <a:ext cx="298279" cy="13136"/>
          </a:xfrm>
          <a:custGeom>
            <a:rect b="b" l="l" r="r" t="t"/>
            <a:pathLst>
              <a:path extrusionOk="0" h="501" w="11376">
                <a:moveTo>
                  <a:pt x="401" y="1"/>
                </a:moveTo>
                <a:cubicBezTo>
                  <a:pt x="168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10975" y="67"/>
                </a:lnTo>
                <a:cubicBezTo>
                  <a:pt x="11209" y="67"/>
                  <a:pt x="11376" y="267"/>
                  <a:pt x="11376" y="501"/>
                </a:cubicBezTo>
                <a:lnTo>
                  <a:pt x="11376" y="401"/>
                </a:lnTo>
                <a:cubicBezTo>
                  <a:pt x="11376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5"/>
          <p:cNvSpPr/>
          <p:nvPr/>
        </p:nvSpPr>
        <p:spPr>
          <a:xfrm>
            <a:off x="7835522" y="3061064"/>
            <a:ext cx="298279" cy="13162"/>
          </a:xfrm>
          <a:custGeom>
            <a:rect b="b" l="l" r="r" t="t"/>
            <a:pathLst>
              <a:path extrusionOk="0" h="502" w="11376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10975" y="101"/>
                </a:lnTo>
                <a:cubicBezTo>
                  <a:pt x="11209" y="101"/>
                  <a:pt x="11376" y="268"/>
                  <a:pt x="11376" y="501"/>
                </a:cubicBezTo>
                <a:lnTo>
                  <a:pt x="11376" y="435"/>
                </a:lnTo>
                <a:cubicBezTo>
                  <a:pt x="11376" y="201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5"/>
          <p:cNvSpPr/>
          <p:nvPr/>
        </p:nvSpPr>
        <p:spPr>
          <a:xfrm>
            <a:off x="8006947" y="3515875"/>
            <a:ext cx="126852" cy="13162"/>
          </a:xfrm>
          <a:custGeom>
            <a:rect b="b" l="l" r="r" t="t"/>
            <a:pathLst>
              <a:path extrusionOk="0" h="502" w="4838">
                <a:moveTo>
                  <a:pt x="434" y="1"/>
                </a:moveTo>
                <a:cubicBezTo>
                  <a:pt x="201" y="1"/>
                  <a:pt x="1" y="168"/>
                  <a:pt x="1" y="401"/>
                </a:cubicBezTo>
                <a:lnTo>
                  <a:pt x="1" y="501"/>
                </a:lnTo>
                <a:cubicBezTo>
                  <a:pt x="1" y="268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8"/>
                  <a:pt x="4838" y="501"/>
                </a:cubicBezTo>
                <a:lnTo>
                  <a:pt x="4838" y="401"/>
                </a:lnTo>
                <a:cubicBezTo>
                  <a:pt x="4838" y="168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5"/>
          <p:cNvSpPr/>
          <p:nvPr/>
        </p:nvSpPr>
        <p:spPr>
          <a:xfrm>
            <a:off x="7835522" y="3360207"/>
            <a:ext cx="126852" cy="13136"/>
          </a:xfrm>
          <a:custGeom>
            <a:rect b="b" l="l" r="r" t="t"/>
            <a:pathLst>
              <a:path extrusionOk="0" h="501" w="4838">
                <a:moveTo>
                  <a:pt x="401" y="0"/>
                </a:moveTo>
                <a:cubicBezTo>
                  <a:pt x="168" y="0"/>
                  <a:pt x="1" y="167"/>
                  <a:pt x="1" y="400"/>
                </a:cubicBezTo>
                <a:lnTo>
                  <a:pt x="1" y="500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0"/>
                </a:cubicBezTo>
                <a:lnTo>
                  <a:pt x="4838" y="400"/>
                </a:lnTo>
                <a:cubicBezTo>
                  <a:pt x="4838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5"/>
          <p:cNvSpPr/>
          <p:nvPr/>
        </p:nvSpPr>
        <p:spPr>
          <a:xfrm>
            <a:off x="8006947" y="3671568"/>
            <a:ext cx="126852" cy="13136"/>
          </a:xfrm>
          <a:custGeom>
            <a:rect b="b" l="l" r="r" t="t"/>
            <a:pathLst>
              <a:path extrusionOk="0" h="501" w="4838">
                <a:moveTo>
                  <a:pt x="434" y="0"/>
                </a:moveTo>
                <a:cubicBezTo>
                  <a:pt x="201" y="0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37" y="67"/>
                </a:lnTo>
                <a:cubicBezTo>
                  <a:pt x="4671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167"/>
                  <a:pt x="4671" y="0"/>
                  <a:pt x="4437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5"/>
          <p:cNvSpPr/>
          <p:nvPr/>
        </p:nvSpPr>
        <p:spPr>
          <a:xfrm>
            <a:off x="7491805" y="3360207"/>
            <a:ext cx="126852" cy="13136"/>
          </a:xfrm>
          <a:custGeom>
            <a:rect b="b" l="l" r="r" t="t"/>
            <a:pathLst>
              <a:path extrusionOk="0" h="501" w="4838">
                <a:moveTo>
                  <a:pt x="401" y="0"/>
                </a:moveTo>
                <a:cubicBezTo>
                  <a:pt x="167" y="0"/>
                  <a:pt x="0" y="167"/>
                  <a:pt x="0" y="400"/>
                </a:cubicBezTo>
                <a:lnTo>
                  <a:pt x="0" y="500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0"/>
                </a:cubicBezTo>
                <a:lnTo>
                  <a:pt x="4837" y="400"/>
                </a:lnTo>
                <a:cubicBezTo>
                  <a:pt x="4837" y="167"/>
                  <a:pt x="4637" y="0"/>
                  <a:pt x="4404" y="0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5"/>
          <p:cNvSpPr/>
          <p:nvPr/>
        </p:nvSpPr>
        <p:spPr>
          <a:xfrm>
            <a:off x="7491805" y="3515875"/>
            <a:ext cx="126852" cy="13162"/>
          </a:xfrm>
          <a:custGeom>
            <a:rect b="b" l="l" r="r" t="t"/>
            <a:pathLst>
              <a:path extrusionOk="0" h="502" w="4838">
                <a:moveTo>
                  <a:pt x="401" y="1"/>
                </a:moveTo>
                <a:cubicBezTo>
                  <a:pt x="167" y="1"/>
                  <a:pt x="0" y="168"/>
                  <a:pt x="0" y="401"/>
                </a:cubicBezTo>
                <a:lnTo>
                  <a:pt x="0" y="501"/>
                </a:lnTo>
                <a:cubicBezTo>
                  <a:pt x="0" y="268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8"/>
                  <a:pt x="4837" y="501"/>
                </a:cubicBezTo>
                <a:lnTo>
                  <a:pt x="4837" y="401"/>
                </a:lnTo>
                <a:cubicBezTo>
                  <a:pt x="4837" y="168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5"/>
          <p:cNvSpPr/>
          <p:nvPr/>
        </p:nvSpPr>
        <p:spPr>
          <a:xfrm>
            <a:off x="7491805" y="3061064"/>
            <a:ext cx="126852" cy="13162"/>
          </a:xfrm>
          <a:custGeom>
            <a:rect b="b" l="l" r="r" t="t"/>
            <a:pathLst>
              <a:path extrusionOk="0" h="502" w="4838">
                <a:moveTo>
                  <a:pt x="401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5"/>
          <p:cNvSpPr/>
          <p:nvPr/>
        </p:nvSpPr>
        <p:spPr>
          <a:xfrm>
            <a:off x="7491805" y="3204513"/>
            <a:ext cx="126852" cy="13136"/>
          </a:xfrm>
          <a:custGeom>
            <a:rect b="b" l="l" r="r" t="t"/>
            <a:pathLst>
              <a:path extrusionOk="0" h="501" w="4838">
                <a:moveTo>
                  <a:pt x="401" y="1"/>
                </a:moveTo>
                <a:cubicBezTo>
                  <a:pt x="167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167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5"/>
          <p:cNvSpPr/>
          <p:nvPr/>
        </p:nvSpPr>
        <p:spPr>
          <a:xfrm>
            <a:off x="8162641" y="2772461"/>
            <a:ext cx="111986" cy="114581"/>
          </a:xfrm>
          <a:custGeom>
            <a:rect b="b" l="l" r="r" t="t"/>
            <a:pathLst>
              <a:path extrusionOk="0" h="4370" w="4271">
                <a:moveTo>
                  <a:pt x="2135" y="0"/>
                </a:moveTo>
                <a:cubicBezTo>
                  <a:pt x="968" y="0"/>
                  <a:pt x="0" y="967"/>
                  <a:pt x="0" y="2168"/>
                </a:cubicBezTo>
                <a:cubicBezTo>
                  <a:pt x="0" y="3403"/>
                  <a:pt x="968" y="4370"/>
                  <a:pt x="2135" y="4370"/>
                </a:cubicBezTo>
                <a:cubicBezTo>
                  <a:pt x="3336" y="4370"/>
                  <a:pt x="4270" y="3403"/>
                  <a:pt x="4270" y="2168"/>
                </a:cubicBezTo>
                <a:cubicBezTo>
                  <a:pt x="4270" y="967"/>
                  <a:pt x="3336" y="0"/>
                  <a:pt x="2135" y="0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5"/>
          <p:cNvSpPr/>
          <p:nvPr/>
        </p:nvSpPr>
        <p:spPr>
          <a:xfrm>
            <a:off x="8162641" y="2772461"/>
            <a:ext cx="111986" cy="111959"/>
          </a:xfrm>
          <a:custGeom>
            <a:rect b="b" l="l" r="r" t="t"/>
            <a:pathLst>
              <a:path extrusionOk="0" h="4270" w="4271">
                <a:moveTo>
                  <a:pt x="2135" y="0"/>
                </a:moveTo>
                <a:cubicBezTo>
                  <a:pt x="968" y="0"/>
                  <a:pt x="0" y="934"/>
                  <a:pt x="0" y="2135"/>
                </a:cubicBezTo>
                <a:cubicBezTo>
                  <a:pt x="0" y="3302"/>
                  <a:pt x="968" y="4270"/>
                  <a:pt x="2135" y="4270"/>
                </a:cubicBezTo>
                <a:cubicBezTo>
                  <a:pt x="3336" y="4270"/>
                  <a:pt x="4270" y="3302"/>
                  <a:pt x="4270" y="2135"/>
                </a:cubicBezTo>
                <a:cubicBezTo>
                  <a:pt x="4270" y="934"/>
                  <a:pt x="3336" y="0"/>
                  <a:pt x="2135" y="0"/>
                </a:cubicBezTo>
                <a:close/>
              </a:path>
            </a:pathLst>
          </a:custGeom>
          <a:solidFill>
            <a:srgbClr val="B6BA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5"/>
          <p:cNvSpPr/>
          <p:nvPr/>
        </p:nvSpPr>
        <p:spPr>
          <a:xfrm>
            <a:off x="8173129" y="2782084"/>
            <a:ext cx="91875" cy="92714"/>
          </a:xfrm>
          <a:custGeom>
            <a:rect b="b" l="l" r="r" t="t"/>
            <a:pathLst>
              <a:path extrusionOk="0" h="3536" w="3504">
                <a:moveTo>
                  <a:pt x="1735" y="0"/>
                </a:moveTo>
                <a:cubicBezTo>
                  <a:pt x="768" y="0"/>
                  <a:pt x="1" y="801"/>
                  <a:pt x="1" y="1768"/>
                </a:cubicBezTo>
                <a:cubicBezTo>
                  <a:pt x="1" y="2735"/>
                  <a:pt x="768" y="3536"/>
                  <a:pt x="1735" y="3536"/>
                </a:cubicBezTo>
                <a:cubicBezTo>
                  <a:pt x="2703" y="3536"/>
                  <a:pt x="3503" y="2735"/>
                  <a:pt x="3503" y="1768"/>
                </a:cubicBezTo>
                <a:cubicBezTo>
                  <a:pt x="3503" y="801"/>
                  <a:pt x="2703" y="0"/>
                  <a:pt x="1735" y="0"/>
                </a:cubicBezTo>
                <a:close/>
              </a:path>
            </a:pathLst>
          </a:custGeom>
          <a:solidFill>
            <a:srgbClr val="D0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5"/>
          <p:cNvSpPr/>
          <p:nvPr/>
        </p:nvSpPr>
        <p:spPr>
          <a:xfrm>
            <a:off x="8173129" y="2827549"/>
            <a:ext cx="91875" cy="47248"/>
          </a:xfrm>
          <a:custGeom>
            <a:rect b="b" l="l" r="r" t="t"/>
            <a:pathLst>
              <a:path extrusionOk="0" h="1802" w="3504">
                <a:moveTo>
                  <a:pt x="1" y="1"/>
                </a:moveTo>
                <a:cubicBezTo>
                  <a:pt x="1" y="1"/>
                  <a:pt x="1" y="34"/>
                  <a:pt x="1" y="34"/>
                </a:cubicBezTo>
                <a:cubicBezTo>
                  <a:pt x="1" y="1001"/>
                  <a:pt x="768" y="1802"/>
                  <a:pt x="1735" y="1802"/>
                </a:cubicBezTo>
                <a:cubicBezTo>
                  <a:pt x="2703" y="1802"/>
                  <a:pt x="3503" y="1001"/>
                  <a:pt x="3503" y="34"/>
                </a:cubicBezTo>
                <a:cubicBezTo>
                  <a:pt x="3503" y="34"/>
                  <a:pt x="3503" y="34"/>
                  <a:pt x="3503" y="1"/>
                </a:cubicBezTo>
                <a:cubicBezTo>
                  <a:pt x="3503" y="968"/>
                  <a:pt x="2703" y="1735"/>
                  <a:pt x="1735" y="1735"/>
                </a:cubicBezTo>
                <a:cubicBezTo>
                  <a:pt x="768" y="1735"/>
                  <a:pt x="1" y="968"/>
                  <a:pt x="1" y="1"/>
                </a:cubicBezTo>
                <a:close/>
              </a:path>
            </a:pathLst>
          </a:custGeom>
          <a:solidFill>
            <a:srgbClr val="E0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5"/>
          <p:cNvSpPr/>
          <p:nvPr/>
        </p:nvSpPr>
        <p:spPr>
          <a:xfrm>
            <a:off x="5646147" y="2701671"/>
            <a:ext cx="68916" cy="31575"/>
          </a:xfrm>
          <a:custGeom>
            <a:rect b="b" l="l" r="r" t="t"/>
            <a:pathLst>
              <a:path extrusionOk="0" h="1035" w="2259">
                <a:moveTo>
                  <a:pt x="125" y="899"/>
                </a:moveTo>
                <a:lnTo>
                  <a:pt x="125" y="899"/>
                </a:lnTo>
                <a:cubicBezTo>
                  <a:pt x="132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5" y="899"/>
                </a:cubicBezTo>
                <a:close/>
                <a:moveTo>
                  <a:pt x="891" y="1"/>
                </a:moveTo>
                <a:cubicBezTo>
                  <a:pt x="329" y="1"/>
                  <a:pt x="1" y="409"/>
                  <a:pt x="125" y="899"/>
                </a:cubicBezTo>
                <a:lnTo>
                  <a:pt x="125" y="899"/>
                </a:lnTo>
                <a:cubicBezTo>
                  <a:pt x="49" y="429"/>
                  <a:pt x="373" y="67"/>
                  <a:pt x="891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8" y="1"/>
                  <a:pt x="891" y="1"/>
                </a:cubicBezTo>
                <a:close/>
              </a:path>
            </a:pathLst>
          </a:custGeom>
          <a:solidFill>
            <a:srgbClr val="FFFF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5"/>
          <p:cNvSpPr/>
          <p:nvPr/>
        </p:nvSpPr>
        <p:spPr>
          <a:xfrm>
            <a:off x="5764205" y="2701671"/>
            <a:ext cx="68886" cy="31575"/>
          </a:xfrm>
          <a:custGeom>
            <a:rect b="b" l="l" r="r" t="t"/>
            <a:pathLst>
              <a:path extrusionOk="0" h="1035" w="2258">
                <a:moveTo>
                  <a:pt x="124" y="899"/>
                </a:moveTo>
                <a:cubicBezTo>
                  <a:pt x="131" y="943"/>
                  <a:pt x="142" y="989"/>
                  <a:pt x="156" y="1035"/>
                </a:cubicBezTo>
                <a:cubicBezTo>
                  <a:pt x="156" y="1001"/>
                  <a:pt x="156" y="1001"/>
                  <a:pt x="156" y="1001"/>
                </a:cubicBezTo>
                <a:cubicBezTo>
                  <a:pt x="143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8" y="1"/>
                  <a:pt x="0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0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57" y="1"/>
                  <a:pt x="890" y="1"/>
                </a:cubicBezTo>
                <a:close/>
              </a:path>
            </a:pathLst>
          </a:custGeom>
          <a:solidFill>
            <a:srgbClr val="FF52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5"/>
          <p:cNvSpPr/>
          <p:nvPr/>
        </p:nvSpPr>
        <p:spPr>
          <a:xfrm>
            <a:off x="5882232" y="2701671"/>
            <a:ext cx="68916" cy="31575"/>
          </a:xfrm>
          <a:custGeom>
            <a:rect b="b" l="l" r="r" t="t"/>
            <a:pathLst>
              <a:path extrusionOk="0" h="1035" w="2259">
                <a:moveTo>
                  <a:pt x="124" y="899"/>
                </a:moveTo>
                <a:cubicBezTo>
                  <a:pt x="131" y="943"/>
                  <a:pt x="142" y="989"/>
                  <a:pt x="157" y="1035"/>
                </a:cubicBezTo>
                <a:cubicBezTo>
                  <a:pt x="157" y="1001"/>
                  <a:pt x="157" y="1001"/>
                  <a:pt x="157" y="1001"/>
                </a:cubicBezTo>
                <a:cubicBezTo>
                  <a:pt x="144" y="967"/>
                  <a:pt x="133" y="933"/>
                  <a:pt x="124" y="899"/>
                </a:cubicBezTo>
                <a:close/>
                <a:moveTo>
                  <a:pt x="890" y="1"/>
                </a:moveTo>
                <a:cubicBezTo>
                  <a:pt x="329" y="1"/>
                  <a:pt x="1" y="409"/>
                  <a:pt x="124" y="899"/>
                </a:cubicBezTo>
                <a:lnTo>
                  <a:pt x="124" y="899"/>
                </a:lnTo>
                <a:cubicBezTo>
                  <a:pt x="49" y="429"/>
                  <a:pt x="372" y="67"/>
                  <a:pt x="890" y="67"/>
                </a:cubicBezTo>
                <a:cubicBezTo>
                  <a:pt x="1491" y="67"/>
                  <a:pt x="2091" y="501"/>
                  <a:pt x="2258" y="1035"/>
                </a:cubicBezTo>
                <a:cubicBezTo>
                  <a:pt x="2258" y="1001"/>
                  <a:pt x="2258" y="1001"/>
                  <a:pt x="2258" y="1001"/>
                </a:cubicBezTo>
                <a:cubicBezTo>
                  <a:pt x="2091" y="468"/>
                  <a:pt x="1491" y="1"/>
                  <a:pt x="890" y="1"/>
                </a:cubicBezTo>
                <a:close/>
              </a:path>
            </a:pathLst>
          </a:custGeom>
          <a:solidFill>
            <a:srgbClr val="45FF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5"/>
          <p:cNvSpPr/>
          <p:nvPr/>
        </p:nvSpPr>
        <p:spPr>
          <a:xfrm>
            <a:off x="7158576" y="2327273"/>
            <a:ext cx="26" cy="52492"/>
          </a:xfrm>
          <a:custGeom>
            <a:rect b="b" l="l" r="r" t="t"/>
            <a:pathLst>
              <a:path extrusionOk="0" h="2002" w="1">
                <a:moveTo>
                  <a:pt x="0" y="2002"/>
                </a:moveTo>
                <a:lnTo>
                  <a:pt x="0" y="0"/>
                </a:lnTo>
              </a:path>
            </a:pathLst>
          </a:custGeom>
          <a:solidFill>
            <a:srgbClr val="1FFF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5"/>
          <p:cNvSpPr/>
          <p:nvPr/>
        </p:nvSpPr>
        <p:spPr>
          <a:xfrm>
            <a:off x="7807545" y="2334545"/>
            <a:ext cx="107607" cy="32408"/>
          </a:xfrm>
          <a:custGeom>
            <a:rect b="b" l="l" r="r" t="t"/>
            <a:pathLst>
              <a:path extrusionOk="0" h="1236" w="4104">
                <a:moveTo>
                  <a:pt x="634" y="1"/>
                </a:moveTo>
                <a:cubicBezTo>
                  <a:pt x="301" y="1"/>
                  <a:pt x="0" y="268"/>
                  <a:pt x="0" y="601"/>
                </a:cubicBezTo>
                <a:cubicBezTo>
                  <a:pt x="0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5"/>
          <p:cNvSpPr/>
          <p:nvPr/>
        </p:nvSpPr>
        <p:spPr>
          <a:xfrm>
            <a:off x="7935236" y="2334545"/>
            <a:ext cx="107607" cy="32408"/>
          </a:xfrm>
          <a:custGeom>
            <a:rect b="b" l="l" r="r" t="t"/>
            <a:pathLst>
              <a:path extrusionOk="0" h="1236" w="4104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3470" y="1235"/>
                </a:lnTo>
                <a:cubicBezTo>
                  <a:pt x="3803" y="1235"/>
                  <a:pt x="4103" y="968"/>
                  <a:pt x="4103" y="601"/>
                </a:cubicBezTo>
                <a:cubicBezTo>
                  <a:pt x="4103" y="268"/>
                  <a:pt x="3803" y="1"/>
                  <a:pt x="3470" y="1"/>
                </a:cubicBezTo>
                <a:close/>
              </a:path>
            </a:pathLst>
          </a:custGeom>
          <a:solidFill>
            <a:srgbClr val="FF3E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5"/>
          <p:cNvSpPr/>
          <p:nvPr/>
        </p:nvSpPr>
        <p:spPr>
          <a:xfrm>
            <a:off x="7646607" y="2523460"/>
            <a:ext cx="697111" cy="32408"/>
          </a:xfrm>
          <a:custGeom>
            <a:rect b="b" l="l" r="r" t="t"/>
            <a:pathLst>
              <a:path extrusionOk="0" h="1236" w="26587">
                <a:moveTo>
                  <a:pt x="634" y="1"/>
                </a:moveTo>
                <a:cubicBezTo>
                  <a:pt x="301" y="1"/>
                  <a:pt x="1" y="268"/>
                  <a:pt x="1" y="601"/>
                </a:cubicBezTo>
                <a:cubicBezTo>
                  <a:pt x="1" y="968"/>
                  <a:pt x="301" y="1235"/>
                  <a:pt x="634" y="1235"/>
                </a:cubicBezTo>
                <a:lnTo>
                  <a:pt x="25953" y="1235"/>
                </a:lnTo>
                <a:cubicBezTo>
                  <a:pt x="26286" y="1235"/>
                  <a:pt x="26586" y="968"/>
                  <a:pt x="26586" y="601"/>
                </a:cubicBezTo>
                <a:cubicBezTo>
                  <a:pt x="26586" y="268"/>
                  <a:pt x="26286" y="1"/>
                  <a:pt x="25953" y="1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8170507" y="2589954"/>
            <a:ext cx="136475" cy="33247"/>
          </a:xfrm>
          <a:custGeom>
            <a:rect b="b" l="l" r="r" t="t"/>
            <a:pathLst>
              <a:path extrusionOk="0" h="1268" w="5205">
                <a:moveTo>
                  <a:pt x="634" y="0"/>
                </a:moveTo>
                <a:cubicBezTo>
                  <a:pt x="267" y="0"/>
                  <a:pt x="1" y="300"/>
                  <a:pt x="1" y="634"/>
                </a:cubicBezTo>
                <a:cubicBezTo>
                  <a:pt x="1" y="1001"/>
                  <a:pt x="267" y="1268"/>
                  <a:pt x="634" y="1268"/>
                </a:cubicBezTo>
                <a:lnTo>
                  <a:pt x="4571" y="1268"/>
                </a:lnTo>
                <a:cubicBezTo>
                  <a:pt x="4937" y="1268"/>
                  <a:pt x="5204" y="1001"/>
                  <a:pt x="5204" y="634"/>
                </a:cubicBezTo>
                <a:cubicBezTo>
                  <a:pt x="5204" y="300"/>
                  <a:pt x="4937" y="0"/>
                  <a:pt x="4571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5"/>
          <p:cNvSpPr/>
          <p:nvPr/>
        </p:nvSpPr>
        <p:spPr>
          <a:xfrm>
            <a:off x="8027084" y="2589954"/>
            <a:ext cx="123339" cy="33247"/>
          </a:xfrm>
          <a:custGeom>
            <a:rect b="b" l="l" r="r" t="t"/>
            <a:pathLst>
              <a:path extrusionOk="0" h="1268" w="4704">
                <a:moveTo>
                  <a:pt x="634" y="0"/>
                </a:moveTo>
                <a:cubicBezTo>
                  <a:pt x="300" y="0"/>
                  <a:pt x="0" y="300"/>
                  <a:pt x="0" y="634"/>
                </a:cubicBezTo>
                <a:cubicBezTo>
                  <a:pt x="0" y="1001"/>
                  <a:pt x="300" y="1268"/>
                  <a:pt x="634" y="1268"/>
                </a:cubicBezTo>
                <a:lnTo>
                  <a:pt x="4070" y="1268"/>
                </a:lnTo>
                <a:cubicBezTo>
                  <a:pt x="4437" y="1268"/>
                  <a:pt x="4703" y="1001"/>
                  <a:pt x="4703" y="634"/>
                </a:cubicBezTo>
                <a:cubicBezTo>
                  <a:pt x="4703" y="300"/>
                  <a:pt x="4403" y="0"/>
                  <a:pt x="4070" y="0"/>
                </a:cubicBezTo>
                <a:close/>
              </a:path>
            </a:pathLst>
          </a:custGeom>
          <a:solidFill>
            <a:srgbClr val="FFC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5"/>
          <p:cNvSpPr/>
          <p:nvPr/>
        </p:nvSpPr>
        <p:spPr>
          <a:xfrm>
            <a:off x="7916882" y="2122898"/>
            <a:ext cx="649863" cy="545796"/>
          </a:xfrm>
          <a:custGeom>
            <a:rect b="b" l="l" r="r" t="t"/>
            <a:pathLst>
              <a:path extrusionOk="0" h="20816" w="24785">
                <a:moveTo>
                  <a:pt x="20815" y="0"/>
                </a:moveTo>
                <a:lnTo>
                  <a:pt x="0" y="20815"/>
                </a:lnTo>
                <a:lnTo>
                  <a:pt x="4303" y="20815"/>
                </a:lnTo>
                <a:lnTo>
                  <a:pt x="24584" y="534"/>
                </a:lnTo>
                <a:lnTo>
                  <a:pt x="24784" y="0"/>
                </a:lnTo>
                <a:close/>
              </a:path>
            </a:pathLst>
          </a:custGeom>
          <a:solidFill>
            <a:srgbClr val="E1F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5"/>
          <p:cNvSpPr/>
          <p:nvPr/>
        </p:nvSpPr>
        <p:spPr>
          <a:xfrm>
            <a:off x="4992525" y="1047062"/>
            <a:ext cx="2624530" cy="1703569"/>
          </a:xfrm>
          <a:custGeom>
            <a:rect b="b" l="l" r="r" t="t"/>
            <a:pathLst>
              <a:path extrusionOk="0" h="55841" w="86029">
                <a:moveTo>
                  <a:pt x="2102" y="1"/>
                </a:moveTo>
                <a:cubicBezTo>
                  <a:pt x="935" y="1"/>
                  <a:pt x="1" y="935"/>
                  <a:pt x="1" y="2102"/>
                </a:cubicBezTo>
                <a:lnTo>
                  <a:pt x="1" y="53739"/>
                </a:lnTo>
                <a:cubicBezTo>
                  <a:pt x="1" y="54907"/>
                  <a:pt x="935" y="55841"/>
                  <a:pt x="2102" y="55841"/>
                </a:cubicBezTo>
                <a:lnTo>
                  <a:pt x="83894" y="55841"/>
                </a:lnTo>
                <a:cubicBezTo>
                  <a:pt x="85062" y="55841"/>
                  <a:pt x="86029" y="54907"/>
                  <a:pt x="86029" y="53739"/>
                </a:cubicBezTo>
                <a:lnTo>
                  <a:pt x="86029" y="2102"/>
                </a:lnTo>
                <a:cubicBezTo>
                  <a:pt x="86029" y="935"/>
                  <a:pt x="85062" y="1"/>
                  <a:pt x="83894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5"/>
          <p:cNvSpPr/>
          <p:nvPr/>
        </p:nvSpPr>
        <p:spPr>
          <a:xfrm>
            <a:off x="4992525" y="1047062"/>
            <a:ext cx="2624530" cy="274812"/>
          </a:xfrm>
          <a:custGeom>
            <a:rect b="b" l="l" r="r" t="t"/>
            <a:pathLst>
              <a:path extrusionOk="0" h="9008" w="86029">
                <a:moveTo>
                  <a:pt x="2436" y="1"/>
                </a:moveTo>
                <a:cubicBezTo>
                  <a:pt x="1102" y="1"/>
                  <a:pt x="1" y="1068"/>
                  <a:pt x="1" y="2436"/>
                </a:cubicBezTo>
                <a:lnTo>
                  <a:pt x="1" y="9007"/>
                </a:lnTo>
                <a:lnTo>
                  <a:pt x="86029" y="9007"/>
                </a:lnTo>
                <a:lnTo>
                  <a:pt x="86029" y="2436"/>
                </a:lnTo>
                <a:cubicBezTo>
                  <a:pt x="86029" y="1102"/>
                  <a:pt x="84928" y="1"/>
                  <a:pt x="8359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5"/>
          <p:cNvSpPr/>
          <p:nvPr/>
        </p:nvSpPr>
        <p:spPr>
          <a:xfrm>
            <a:off x="5098380" y="1404255"/>
            <a:ext cx="2417933" cy="1256817"/>
          </a:xfrm>
          <a:custGeom>
            <a:rect b="b" l="l" r="r" t="t"/>
            <a:pathLst>
              <a:path extrusionOk="0" h="41197" w="79257">
                <a:moveTo>
                  <a:pt x="77522" y="41196"/>
                </a:moveTo>
                <a:lnTo>
                  <a:pt x="1735" y="41196"/>
                </a:lnTo>
                <a:cubicBezTo>
                  <a:pt x="767" y="41196"/>
                  <a:pt x="0" y="40429"/>
                  <a:pt x="0" y="39462"/>
                </a:cubicBezTo>
                <a:lnTo>
                  <a:pt x="0" y="1735"/>
                </a:lnTo>
                <a:cubicBezTo>
                  <a:pt x="0" y="768"/>
                  <a:pt x="767" y="0"/>
                  <a:pt x="1735" y="0"/>
                </a:cubicBezTo>
                <a:lnTo>
                  <a:pt x="77522" y="0"/>
                </a:lnTo>
                <a:cubicBezTo>
                  <a:pt x="78489" y="0"/>
                  <a:pt x="79257" y="768"/>
                  <a:pt x="79257" y="1735"/>
                </a:cubicBezTo>
                <a:lnTo>
                  <a:pt x="79257" y="39462"/>
                </a:lnTo>
                <a:cubicBezTo>
                  <a:pt x="79257" y="40429"/>
                  <a:pt x="78489" y="41196"/>
                  <a:pt x="77522" y="41196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5"/>
          <p:cNvSpPr/>
          <p:nvPr/>
        </p:nvSpPr>
        <p:spPr>
          <a:xfrm>
            <a:off x="5168574" y="1477530"/>
            <a:ext cx="57019" cy="116020"/>
          </a:xfrm>
          <a:custGeom>
            <a:rect b="b" l="l" r="r" t="t"/>
            <a:pathLst>
              <a:path extrusionOk="0" fill="none" h="3803" w="1869">
                <a:moveTo>
                  <a:pt x="1869" y="0"/>
                </a:moveTo>
                <a:lnTo>
                  <a:pt x="1" y="1901"/>
                </a:lnTo>
                <a:lnTo>
                  <a:pt x="1869" y="3803"/>
                </a:lnTo>
              </a:path>
            </a:pathLst>
          </a:custGeom>
          <a:noFill/>
          <a:ln cap="rnd" cmpd="sng" w="20850">
            <a:solidFill>
              <a:srgbClr val="12D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5"/>
          <p:cNvSpPr/>
          <p:nvPr/>
        </p:nvSpPr>
        <p:spPr>
          <a:xfrm>
            <a:off x="5371072" y="1477530"/>
            <a:ext cx="58056" cy="116020"/>
          </a:xfrm>
          <a:custGeom>
            <a:rect b="b" l="l" r="r" t="t"/>
            <a:pathLst>
              <a:path extrusionOk="0" fill="none" h="3803" w="1903">
                <a:moveTo>
                  <a:pt x="1" y="0"/>
                </a:moveTo>
                <a:lnTo>
                  <a:pt x="1902" y="1901"/>
                </a:lnTo>
                <a:lnTo>
                  <a:pt x="1" y="3803"/>
                </a:lnTo>
              </a:path>
            </a:pathLst>
          </a:custGeom>
          <a:noFill/>
          <a:ln cap="rnd" cmpd="sng" w="20850">
            <a:solidFill>
              <a:srgbClr val="12D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5"/>
          <p:cNvSpPr/>
          <p:nvPr/>
        </p:nvSpPr>
        <p:spPr>
          <a:xfrm>
            <a:off x="5274399" y="1477530"/>
            <a:ext cx="45822" cy="126210"/>
          </a:xfrm>
          <a:custGeom>
            <a:rect b="b" l="l" r="r" t="t"/>
            <a:pathLst>
              <a:path extrusionOk="0" fill="none" h="4137" w="1502">
                <a:moveTo>
                  <a:pt x="1" y="4136"/>
                </a:moveTo>
                <a:lnTo>
                  <a:pt x="1502" y="0"/>
                </a:lnTo>
              </a:path>
            </a:pathLst>
          </a:custGeom>
          <a:noFill/>
          <a:ln cap="rnd" cmpd="sng" w="20850">
            <a:solidFill>
              <a:srgbClr val="12D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/>
          <p:nvPr/>
        </p:nvSpPr>
        <p:spPr>
          <a:xfrm>
            <a:off x="5473847" y="1588419"/>
            <a:ext cx="32613" cy="32613"/>
          </a:xfrm>
          <a:custGeom>
            <a:rect b="b" l="l" r="r" t="t"/>
            <a:pathLst>
              <a:path extrusionOk="0" h="1069" w="1069">
                <a:moveTo>
                  <a:pt x="535" y="1"/>
                </a:moveTo>
                <a:cubicBezTo>
                  <a:pt x="234" y="1"/>
                  <a:pt x="1" y="234"/>
                  <a:pt x="1" y="535"/>
                </a:cubicBezTo>
                <a:cubicBezTo>
                  <a:pt x="1" y="802"/>
                  <a:pt x="234" y="1068"/>
                  <a:pt x="535" y="1068"/>
                </a:cubicBezTo>
                <a:cubicBezTo>
                  <a:pt x="835" y="1068"/>
                  <a:pt x="1068" y="802"/>
                  <a:pt x="1068" y="535"/>
                </a:cubicBezTo>
                <a:cubicBezTo>
                  <a:pt x="1068" y="234"/>
                  <a:pt x="835" y="1"/>
                  <a:pt x="535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5"/>
          <p:cNvSpPr/>
          <p:nvPr/>
        </p:nvSpPr>
        <p:spPr>
          <a:xfrm>
            <a:off x="5521684" y="1588419"/>
            <a:ext cx="32582" cy="32613"/>
          </a:xfrm>
          <a:custGeom>
            <a:rect b="b" l="l" r="r" t="t"/>
            <a:pathLst>
              <a:path extrusionOk="0" h="1069" w="1068">
                <a:moveTo>
                  <a:pt x="534" y="1"/>
                </a:moveTo>
                <a:cubicBezTo>
                  <a:pt x="267" y="1"/>
                  <a:pt x="0" y="234"/>
                  <a:pt x="0" y="535"/>
                </a:cubicBezTo>
                <a:cubicBezTo>
                  <a:pt x="0" y="802"/>
                  <a:pt x="267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5"/>
          <p:cNvSpPr/>
          <p:nvPr/>
        </p:nvSpPr>
        <p:spPr>
          <a:xfrm>
            <a:off x="5589864" y="1588419"/>
            <a:ext cx="32582" cy="32613"/>
          </a:xfrm>
          <a:custGeom>
            <a:rect b="b" l="l" r="r" t="t"/>
            <a:pathLst>
              <a:path extrusionOk="0" h="1069" w="1068">
                <a:moveTo>
                  <a:pt x="534" y="1"/>
                </a:moveTo>
                <a:cubicBezTo>
                  <a:pt x="234" y="1"/>
                  <a:pt x="0" y="234"/>
                  <a:pt x="0" y="535"/>
                </a:cubicBezTo>
                <a:cubicBezTo>
                  <a:pt x="0" y="802"/>
                  <a:pt x="234" y="1068"/>
                  <a:pt x="534" y="1068"/>
                </a:cubicBezTo>
                <a:cubicBezTo>
                  <a:pt x="834" y="1068"/>
                  <a:pt x="1068" y="802"/>
                  <a:pt x="1068" y="535"/>
                </a:cubicBezTo>
                <a:cubicBezTo>
                  <a:pt x="1068" y="234"/>
                  <a:pt x="834" y="1"/>
                  <a:pt x="534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5"/>
          <p:cNvSpPr/>
          <p:nvPr/>
        </p:nvSpPr>
        <p:spPr>
          <a:xfrm>
            <a:off x="5197067" y="1721730"/>
            <a:ext cx="1737158" cy="31"/>
          </a:xfrm>
          <a:custGeom>
            <a:rect b="b" l="l" r="r" t="t"/>
            <a:pathLst>
              <a:path extrusionOk="0" fill="none" h="1" w="56942">
                <a:moveTo>
                  <a:pt x="1" y="1"/>
                </a:moveTo>
                <a:lnTo>
                  <a:pt x="56941" y="1"/>
                </a:lnTo>
              </a:path>
            </a:pathLst>
          </a:custGeom>
          <a:noFill/>
          <a:ln cap="rnd" cmpd="sng" w="20850">
            <a:solidFill>
              <a:srgbClr val="12D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5"/>
          <p:cNvSpPr/>
          <p:nvPr/>
        </p:nvSpPr>
        <p:spPr>
          <a:xfrm>
            <a:off x="7038920" y="1721730"/>
            <a:ext cx="134355" cy="31"/>
          </a:xfrm>
          <a:custGeom>
            <a:rect b="b" l="l" r="r" t="t"/>
            <a:pathLst>
              <a:path extrusionOk="0" fill="none" h="1" w="4404">
                <a:moveTo>
                  <a:pt x="0" y="1"/>
                </a:moveTo>
                <a:lnTo>
                  <a:pt x="4403" y="1"/>
                </a:lnTo>
              </a:path>
            </a:pathLst>
          </a:custGeom>
          <a:noFill/>
          <a:ln cap="rnd" cmpd="sng" w="20850">
            <a:solidFill>
              <a:srgbClr val="12D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5"/>
          <p:cNvSpPr/>
          <p:nvPr/>
        </p:nvSpPr>
        <p:spPr>
          <a:xfrm>
            <a:off x="7247520" y="1721730"/>
            <a:ext cx="170995" cy="31"/>
          </a:xfrm>
          <a:custGeom>
            <a:rect b="b" l="l" r="r" t="t"/>
            <a:pathLst>
              <a:path extrusionOk="0" fill="none" h="1" w="5605">
                <a:moveTo>
                  <a:pt x="0" y="1"/>
                </a:moveTo>
                <a:lnTo>
                  <a:pt x="5604" y="1"/>
                </a:lnTo>
              </a:path>
            </a:pathLst>
          </a:custGeom>
          <a:noFill/>
          <a:ln cap="rnd" cmpd="sng" w="20850">
            <a:solidFill>
              <a:srgbClr val="12D7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5"/>
          <p:cNvSpPr/>
          <p:nvPr/>
        </p:nvSpPr>
        <p:spPr>
          <a:xfrm>
            <a:off x="5197067" y="1858091"/>
            <a:ext cx="1086891" cy="31"/>
          </a:xfrm>
          <a:custGeom>
            <a:rect b="b" l="l" r="r" t="t"/>
            <a:pathLst>
              <a:path extrusionOk="0" fill="none" h="1" w="35627">
                <a:moveTo>
                  <a:pt x="1" y="1"/>
                </a:moveTo>
                <a:lnTo>
                  <a:pt x="35626" y="1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5"/>
          <p:cNvSpPr/>
          <p:nvPr/>
        </p:nvSpPr>
        <p:spPr>
          <a:xfrm>
            <a:off x="6444635" y="1858091"/>
            <a:ext cx="195431" cy="31"/>
          </a:xfrm>
          <a:custGeom>
            <a:rect b="b" l="l" r="r" t="t"/>
            <a:pathLst>
              <a:path extrusionOk="0" fill="none" h="1" w="6406">
                <a:moveTo>
                  <a:pt x="1" y="1"/>
                </a:moveTo>
                <a:lnTo>
                  <a:pt x="6405" y="1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5"/>
          <p:cNvSpPr/>
          <p:nvPr/>
        </p:nvSpPr>
        <p:spPr>
          <a:xfrm>
            <a:off x="6110870" y="1936461"/>
            <a:ext cx="529214" cy="31"/>
          </a:xfrm>
          <a:custGeom>
            <a:rect b="b" l="l" r="r" t="t"/>
            <a:pathLst>
              <a:path extrusionOk="0" fill="none" h="1" w="17347">
                <a:moveTo>
                  <a:pt x="17346" y="0"/>
                </a:moveTo>
                <a:lnTo>
                  <a:pt x="0" y="0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5"/>
          <p:cNvSpPr/>
          <p:nvPr/>
        </p:nvSpPr>
        <p:spPr>
          <a:xfrm>
            <a:off x="5931770" y="1936461"/>
            <a:ext cx="106898" cy="31"/>
          </a:xfrm>
          <a:custGeom>
            <a:rect b="b" l="l" r="r" t="t"/>
            <a:pathLst>
              <a:path extrusionOk="0" fill="none" h="1" w="3504">
                <a:moveTo>
                  <a:pt x="3503" y="0"/>
                </a:moveTo>
                <a:lnTo>
                  <a:pt x="1" y="0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5"/>
          <p:cNvSpPr/>
          <p:nvPr/>
        </p:nvSpPr>
        <p:spPr>
          <a:xfrm>
            <a:off x="5740468" y="1936461"/>
            <a:ext cx="106868" cy="31"/>
          </a:xfrm>
          <a:custGeom>
            <a:rect b="b" l="l" r="r" t="t"/>
            <a:pathLst>
              <a:path extrusionOk="0" fill="none" h="1" w="3503">
                <a:moveTo>
                  <a:pt x="3503" y="0"/>
                </a:moveTo>
                <a:lnTo>
                  <a:pt x="0" y="0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5"/>
          <p:cNvSpPr/>
          <p:nvPr/>
        </p:nvSpPr>
        <p:spPr>
          <a:xfrm>
            <a:off x="5550172" y="1936461"/>
            <a:ext cx="105861" cy="31"/>
          </a:xfrm>
          <a:custGeom>
            <a:rect b="b" l="l" r="r" t="t"/>
            <a:pathLst>
              <a:path extrusionOk="0" fill="none" h="1" w="3470">
                <a:moveTo>
                  <a:pt x="3470" y="0"/>
                </a:moveTo>
                <a:lnTo>
                  <a:pt x="1" y="0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5"/>
          <p:cNvSpPr/>
          <p:nvPr/>
        </p:nvSpPr>
        <p:spPr>
          <a:xfrm>
            <a:off x="5358870" y="1936461"/>
            <a:ext cx="105861" cy="31"/>
          </a:xfrm>
          <a:custGeom>
            <a:rect b="b" l="l" r="r" t="t"/>
            <a:pathLst>
              <a:path extrusionOk="0" fill="none" h="1" w="3470">
                <a:moveTo>
                  <a:pt x="3470" y="0"/>
                </a:moveTo>
                <a:lnTo>
                  <a:pt x="0" y="0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5"/>
          <p:cNvSpPr/>
          <p:nvPr/>
        </p:nvSpPr>
        <p:spPr>
          <a:xfrm>
            <a:off x="5358870" y="2032097"/>
            <a:ext cx="1647588" cy="31"/>
          </a:xfrm>
          <a:custGeom>
            <a:rect b="b" l="l" r="r" t="t"/>
            <a:pathLst>
              <a:path extrusionOk="0" fill="none" h="1" w="54006">
                <a:moveTo>
                  <a:pt x="54006" y="1"/>
                </a:moveTo>
                <a:lnTo>
                  <a:pt x="0" y="1"/>
                </a:lnTo>
              </a:path>
            </a:pathLst>
          </a:custGeom>
          <a:noFill/>
          <a:ln cap="rnd" cmpd="sng" w="208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5"/>
          <p:cNvSpPr/>
          <p:nvPr/>
        </p:nvSpPr>
        <p:spPr>
          <a:xfrm>
            <a:off x="5197067" y="1936461"/>
            <a:ext cx="38714" cy="31"/>
          </a:xfrm>
          <a:custGeom>
            <a:rect b="b" l="l" r="r" t="t"/>
            <a:pathLst>
              <a:path extrusionOk="0" fill="none" h="1" w="1269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"/>
          <p:cNvSpPr/>
          <p:nvPr/>
        </p:nvSpPr>
        <p:spPr>
          <a:xfrm>
            <a:off x="5197067" y="2032097"/>
            <a:ext cx="38714" cy="31"/>
          </a:xfrm>
          <a:custGeom>
            <a:rect b="b" l="l" r="r" t="t"/>
            <a:pathLst>
              <a:path extrusionOk="0" fill="none" h="1" w="1269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5"/>
          <p:cNvSpPr/>
          <p:nvPr/>
        </p:nvSpPr>
        <p:spPr>
          <a:xfrm>
            <a:off x="5197067" y="2127763"/>
            <a:ext cx="38714" cy="31"/>
          </a:xfrm>
          <a:custGeom>
            <a:rect b="b" l="l" r="r" t="t"/>
            <a:pathLst>
              <a:path extrusionOk="0" fill="none" h="1" w="1269">
                <a:moveTo>
                  <a:pt x="1268" y="0"/>
                </a:moveTo>
                <a:lnTo>
                  <a:pt x="1" y="0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5"/>
          <p:cNvSpPr/>
          <p:nvPr/>
        </p:nvSpPr>
        <p:spPr>
          <a:xfrm>
            <a:off x="5197067" y="2223399"/>
            <a:ext cx="38714" cy="31"/>
          </a:xfrm>
          <a:custGeom>
            <a:rect b="b" l="l" r="r" t="t"/>
            <a:pathLst>
              <a:path extrusionOk="0" fill="none" h="1" w="1269">
                <a:moveTo>
                  <a:pt x="1268" y="1"/>
                </a:moveTo>
                <a:lnTo>
                  <a:pt x="1" y="1"/>
                </a:lnTo>
              </a:path>
            </a:pathLst>
          </a:custGeom>
          <a:noFill/>
          <a:ln cap="rnd" cmpd="sng" w="20850">
            <a:solidFill>
              <a:srgbClr val="12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5"/>
          <p:cNvSpPr/>
          <p:nvPr/>
        </p:nvSpPr>
        <p:spPr>
          <a:xfrm>
            <a:off x="7106064" y="2032097"/>
            <a:ext cx="226976" cy="31"/>
          </a:xfrm>
          <a:custGeom>
            <a:rect b="b" l="l" r="r" t="t"/>
            <a:pathLst>
              <a:path extrusionOk="0" fill="none" h="1" w="7440">
                <a:moveTo>
                  <a:pt x="1" y="1"/>
                </a:moveTo>
                <a:lnTo>
                  <a:pt x="7439" y="1"/>
                </a:lnTo>
              </a:path>
            </a:pathLst>
          </a:custGeom>
          <a:noFill/>
          <a:ln cap="rnd" cmpd="sng" w="208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5"/>
          <p:cNvSpPr/>
          <p:nvPr/>
        </p:nvSpPr>
        <p:spPr>
          <a:xfrm>
            <a:off x="5354813" y="2127763"/>
            <a:ext cx="455935" cy="31"/>
          </a:xfrm>
          <a:custGeom>
            <a:rect b="b" l="l" r="r" t="t"/>
            <a:pathLst>
              <a:path extrusionOk="0" fill="none" h="1" w="14945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cap="rnd" cmpd="sng" w="208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5"/>
          <p:cNvSpPr/>
          <p:nvPr/>
        </p:nvSpPr>
        <p:spPr>
          <a:xfrm>
            <a:off x="5354813" y="2225443"/>
            <a:ext cx="455935" cy="31"/>
          </a:xfrm>
          <a:custGeom>
            <a:rect b="b" l="l" r="r" t="t"/>
            <a:pathLst>
              <a:path extrusionOk="0" fill="none" h="1" w="14945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cap="rnd" cmpd="sng" w="208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5"/>
          <p:cNvSpPr/>
          <p:nvPr/>
        </p:nvSpPr>
        <p:spPr>
          <a:xfrm>
            <a:off x="5354813" y="2324160"/>
            <a:ext cx="455935" cy="31"/>
          </a:xfrm>
          <a:custGeom>
            <a:rect b="b" l="l" r="r" t="t"/>
            <a:pathLst>
              <a:path extrusionOk="0" fill="none" h="1" w="14945">
                <a:moveTo>
                  <a:pt x="0" y="0"/>
                </a:moveTo>
                <a:lnTo>
                  <a:pt x="14944" y="0"/>
                </a:lnTo>
              </a:path>
            </a:pathLst>
          </a:custGeom>
          <a:noFill/>
          <a:ln cap="rnd" cmpd="sng" w="208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5"/>
          <p:cNvSpPr/>
          <p:nvPr/>
        </p:nvSpPr>
        <p:spPr>
          <a:xfrm>
            <a:off x="5354813" y="2421840"/>
            <a:ext cx="455935" cy="31"/>
          </a:xfrm>
          <a:custGeom>
            <a:rect b="b" l="l" r="r" t="t"/>
            <a:pathLst>
              <a:path extrusionOk="0" fill="none" h="1" w="14945">
                <a:moveTo>
                  <a:pt x="0" y="1"/>
                </a:moveTo>
                <a:lnTo>
                  <a:pt x="14944" y="1"/>
                </a:lnTo>
              </a:path>
            </a:pathLst>
          </a:custGeom>
          <a:noFill/>
          <a:ln cap="rnd" cmpd="sng" w="208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5"/>
          <p:cNvSpPr/>
          <p:nvPr/>
        </p:nvSpPr>
        <p:spPr>
          <a:xfrm>
            <a:off x="6110870" y="2421840"/>
            <a:ext cx="928130" cy="31"/>
          </a:xfrm>
          <a:custGeom>
            <a:rect b="b" l="l" r="r" t="t"/>
            <a:pathLst>
              <a:path extrusionOk="0" fill="none" h="1" w="30423">
                <a:moveTo>
                  <a:pt x="0" y="1"/>
                </a:moveTo>
                <a:lnTo>
                  <a:pt x="30422" y="1"/>
                </a:lnTo>
              </a:path>
            </a:pathLst>
          </a:custGeom>
          <a:noFill/>
          <a:ln cap="rnd" cmpd="sng" w="20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5"/>
          <p:cNvSpPr/>
          <p:nvPr/>
        </p:nvSpPr>
        <p:spPr>
          <a:xfrm>
            <a:off x="6661380" y="2324160"/>
            <a:ext cx="377591" cy="31"/>
          </a:xfrm>
          <a:custGeom>
            <a:rect b="b" l="l" r="r" t="t"/>
            <a:pathLst>
              <a:path extrusionOk="0" fill="none" h="1" w="12377">
                <a:moveTo>
                  <a:pt x="1" y="0"/>
                </a:moveTo>
                <a:lnTo>
                  <a:pt x="12376" y="0"/>
                </a:lnTo>
              </a:path>
            </a:pathLst>
          </a:custGeom>
          <a:noFill/>
          <a:ln cap="rnd" cmpd="sng" w="20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5"/>
          <p:cNvSpPr/>
          <p:nvPr/>
        </p:nvSpPr>
        <p:spPr>
          <a:xfrm>
            <a:off x="6889319" y="2223399"/>
            <a:ext cx="149639" cy="31"/>
          </a:xfrm>
          <a:custGeom>
            <a:rect b="b" l="l" r="r" t="t"/>
            <a:pathLst>
              <a:path extrusionOk="0" fill="none" h="1" w="4905">
                <a:moveTo>
                  <a:pt x="1" y="1"/>
                </a:moveTo>
                <a:lnTo>
                  <a:pt x="4904" y="1"/>
                </a:lnTo>
              </a:path>
            </a:pathLst>
          </a:custGeom>
          <a:noFill/>
          <a:ln cap="rnd" cmpd="sng" w="208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5"/>
          <p:cNvSpPr/>
          <p:nvPr/>
        </p:nvSpPr>
        <p:spPr>
          <a:xfrm>
            <a:off x="7602007" y="1310369"/>
            <a:ext cx="1114298" cy="1734401"/>
          </a:xfrm>
          <a:custGeom>
            <a:rect b="b" l="l" r="r" t="t"/>
            <a:pathLst>
              <a:path extrusionOk="0" h="66148" w="42498">
                <a:moveTo>
                  <a:pt x="2169" y="1"/>
                </a:moveTo>
                <a:cubicBezTo>
                  <a:pt x="968" y="1"/>
                  <a:pt x="0" y="968"/>
                  <a:pt x="0" y="2169"/>
                </a:cubicBezTo>
                <a:lnTo>
                  <a:pt x="0" y="63980"/>
                </a:lnTo>
                <a:cubicBezTo>
                  <a:pt x="0" y="65181"/>
                  <a:pt x="968" y="66148"/>
                  <a:pt x="2169" y="66148"/>
                </a:cubicBezTo>
                <a:lnTo>
                  <a:pt x="40329" y="66148"/>
                </a:lnTo>
                <a:cubicBezTo>
                  <a:pt x="41530" y="66148"/>
                  <a:pt x="42497" y="65181"/>
                  <a:pt x="42497" y="63980"/>
                </a:cubicBezTo>
                <a:lnTo>
                  <a:pt x="42497" y="2169"/>
                </a:lnTo>
                <a:cubicBezTo>
                  <a:pt x="42497" y="968"/>
                  <a:pt x="41530" y="1"/>
                  <a:pt x="403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5"/>
          <p:cNvSpPr/>
          <p:nvPr/>
        </p:nvSpPr>
        <p:spPr>
          <a:xfrm>
            <a:off x="7602007" y="1310369"/>
            <a:ext cx="1114298" cy="157451"/>
          </a:xfrm>
          <a:custGeom>
            <a:rect b="b" l="l" r="r" t="t"/>
            <a:pathLst>
              <a:path extrusionOk="0" h="6005" w="42498">
                <a:moveTo>
                  <a:pt x="1635" y="1"/>
                </a:moveTo>
                <a:cubicBezTo>
                  <a:pt x="734" y="1"/>
                  <a:pt x="0" y="734"/>
                  <a:pt x="0" y="1635"/>
                </a:cubicBezTo>
                <a:lnTo>
                  <a:pt x="0" y="6005"/>
                </a:lnTo>
                <a:lnTo>
                  <a:pt x="42497" y="6005"/>
                </a:lnTo>
                <a:lnTo>
                  <a:pt x="42497" y="1635"/>
                </a:lnTo>
                <a:cubicBezTo>
                  <a:pt x="42497" y="734"/>
                  <a:pt x="41764" y="1"/>
                  <a:pt x="4086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5"/>
          <p:cNvSpPr/>
          <p:nvPr/>
        </p:nvSpPr>
        <p:spPr>
          <a:xfrm>
            <a:off x="7662365" y="1515042"/>
            <a:ext cx="996203" cy="1478126"/>
          </a:xfrm>
          <a:custGeom>
            <a:rect b="b" l="l" r="r" t="t"/>
            <a:pathLst>
              <a:path extrusionOk="0" h="56374" w="37994">
                <a:moveTo>
                  <a:pt x="36259" y="56374"/>
                </a:moveTo>
                <a:lnTo>
                  <a:pt x="1768" y="56374"/>
                </a:lnTo>
                <a:cubicBezTo>
                  <a:pt x="801" y="56374"/>
                  <a:pt x="0" y="55607"/>
                  <a:pt x="0" y="54639"/>
                </a:cubicBezTo>
                <a:lnTo>
                  <a:pt x="0" y="1735"/>
                </a:lnTo>
                <a:cubicBezTo>
                  <a:pt x="0" y="767"/>
                  <a:pt x="801" y="0"/>
                  <a:pt x="1768" y="0"/>
                </a:cubicBezTo>
                <a:lnTo>
                  <a:pt x="36259" y="0"/>
                </a:lnTo>
                <a:cubicBezTo>
                  <a:pt x="37227" y="0"/>
                  <a:pt x="37994" y="767"/>
                  <a:pt x="37994" y="1735"/>
                </a:cubicBezTo>
                <a:lnTo>
                  <a:pt x="37994" y="54639"/>
                </a:lnTo>
                <a:cubicBezTo>
                  <a:pt x="37994" y="55607"/>
                  <a:pt x="37227" y="56374"/>
                  <a:pt x="36259" y="56374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5"/>
          <p:cNvSpPr/>
          <p:nvPr/>
        </p:nvSpPr>
        <p:spPr>
          <a:xfrm>
            <a:off x="7905503" y="1362835"/>
            <a:ext cx="53384" cy="27164"/>
          </a:xfrm>
          <a:custGeom>
            <a:rect b="b" l="l" r="r" t="t"/>
            <a:pathLst>
              <a:path extrusionOk="0" h="1036" w="2036">
                <a:moveTo>
                  <a:pt x="1001" y="1"/>
                </a:moveTo>
                <a:cubicBezTo>
                  <a:pt x="434" y="1"/>
                  <a:pt x="0" y="435"/>
                  <a:pt x="0" y="1002"/>
                </a:cubicBezTo>
                <a:lnTo>
                  <a:pt x="0" y="1035"/>
                </a:lnTo>
                <a:cubicBezTo>
                  <a:pt x="0" y="468"/>
                  <a:pt x="434" y="1"/>
                  <a:pt x="1001" y="1"/>
                </a:cubicBezTo>
                <a:close/>
                <a:moveTo>
                  <a:pt x="1001" y="1"/>
                </a:moveTo>
                <a:cubicBezTo>
                  <a:pt x="1568" y="1"/>
                  <a:pt x="2035" y="468"/>
                  <a:pt x="2035" y="1035"/>
                </a:cubicBezTo>
                <a:lnTo>
                  <a:pt x="2035" y="1002"/>
                </a:lnTo>
                <a:cubicBezTo>
                  <a:pt x="2035" y="435"/>
                  <a:pt x="1568" y="1"/>
                  <a:pt x="1001" y="1"/>
                </a:cubicBezTo>
                <a:close/>
              </a:path>
            </a:pathLst>
          </a:custGeom>
          <a:solidFill>
            <a:srgbClr val="84FA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5"/>
          <p:cNvSpPr/>
          <p:nvPr/>
        </p:nvSpPr>
        <p:spPr>
          <a:xfrm>
            <a:off x="7710453" y="1688198"/>
            <a:ext cx="707599" cy="16650"/>
          </a:xfrm>
          <a:custGeom>
            <a:rect b="b" l="l" r="r" t="t"/>
            <a:pathLst>
              <a:path extrusionOk="0" h="635" w="26987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34" y="635"/>
                </a:cubicBezTo>
                <a:lnTo>
                  <a:pt x="26686" y="635"/>
                </a:lnTo>
                <a:cubicBezTo>
                  <a:pt x="26853" y="635"/>
                  <a:pt x="26987" y="501"/>
                  <a:pt x="26987" y="301"/>
                </a:cubicBezTo>
                <a:cubicBezTo>
                  <a:pt x="26987" y="134"/>
                  <a:pt x="26853" y="1"/>
                  <a:pt x="2668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5"/>
          <p:cNvSpPr/>
          <p:nvPr/>
        </p:nvSpPr>
        <p:spPr>
          <a:xfrm>
            <a:off x="8461758" y="1688198"/>
            <a:ext cx="68251" cy="16650"/>
          </a:xfrm>
          <a:custGeom>
            <a:rect b="b" l="l" r="r" t="t"/>
            <a:pathLst>
              <a:path extrusionOk="0" h="635" w="2603">
                <a:moveTo>
                  <a:pt x="301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5"/>
                  <a:pt x="301" y="635"/>
                </a:cubicBezTo>
                <a:lnTo>
                  <a:pt x="2269" y="635"/>
                </a:lnTo>
                <a:cubicBezTo>
                  <a:pt x="2436" y="635"/>
                  <a:pt x="2602" y="501"/>
                  <a:pt x="2602" y="301"/>
                </a:cubicBezTo>
                <a:cubicBezTo>
                  <a:pt x="2602" y="134"/>
                  <a:pt x="2436" y="1"/>
                  <a:pt x="2269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5"/>
          <p:cNvSpPr/>
          <p:nvPr/>
        </p:nvSpPr>
        <p:spPr>
          <a:xfrm>
            <a:off x="8556228" y="1688198"/>
            <a:ext cx="55114" cy="16650"/>
          </a:xfrm>
          <a:custGeom>
            <a:rect b="b" l="l" r="r" t="t"/>
            <a:pathLst>
              <a:path extrusionOk="0" h="635" w="2102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5"/>
                  <a:pt x="300" y="635"/>
                </a:cubicBezTo>
                <a:lnTo>
                  <a:pt x="1768" y="635"/>
                </a:lnTo>
                <a:cubicBezTo>
                  <a:pt x="1968" y="635"/>
                  <a:pt x="2102" y="501"/>
                  <a:pt x="2102" y="301"/>
                </a:cubicBezTo>
                <a:cubicBezTo>
                  <a:pt x="2102" y="134"/>
                  <a:pt x="1968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5"/>
          <p:cNvSpPr/>
          <p:nvPr/>
        </p:nvSpPr>
        <p:spPr>
          <a:xfrm>
            <a:off x="7710453" y="1766045"/>
            <a:ext cx="404994" cy="16650"/>
          </a:xfrm>
          <a:custGeom>
            <a:rect b="b" l="l" r="r" t="t"/>
            <a:pathLst>
              <a:path extrusionOk="0" h="635" w="15446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5112" y="634"/>
                </a:lnTo>
                <a:cubicBezTo>
                  <a:pt x="15312" y="634"/>
                  <a:pt x="15445" y="501"/>
                  <a:pt x="15445" y="334"/>
                </a:cubicBezTo>
                <a:cubicBezTo>
                  <a:pt x="15445" y="134"/>
                  <a:pt x="15312" y="1"/>
                  <a:pt x="15112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5"/>
          <p:cNvSpPr/>
          <p:nvPr/>
        </p:nvSpPr>
        <p:spPr>
          <a:xfrm>
            <a:off x="8122394" y="1766045"/>
            <a:ext cx="127744" cy="16650"/>
          </a:xfrm>
          <a:custGeom>
            <a:rect b="b" l="l" r="r" t="t"/>
            <a:pathLst>
              <a:path extrusionOk="0" h="635" w="4872">
                <a:moveTo>
                  <a:pt x="301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4571" y="634"/>
                </a:lnTo>
                <a:cubicBezTo>
                  <a:pt x="4738" y="634"/>
                  <a:pt x="4871" y="501"/>
                  <a:pt x="4871" y="334"/>
                </a:cubicBezTo>
                <a:cubicBezTo>
                  <a:pt x="4871" y="134"/>
                  <a:pt x="4738" y="1"/>
                  <a:pt x="4571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5"/>
          <p:cNvSpPr/>
          <p:nvPr/>
        </p:nvSpPr>
        <p:spPr>
          <a:xfrm>
            <a:off x="8164398" y="1810645"/>
            <a:ext cx="85739" cy="17515"/>
          </a:xfrm>
          <a:custGeom>
            <a:rect b="b" l="l" r="r" t="t"/>
            <a:pathLst>
              <a:path extrusionOk="0" h="668" w="3270">
                <a:moveTo>
                  <a:pt x="334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34" y="668"/>
                </a:cubicBezTo>
                <a:lnTo>
                  <a:pt x="2969" y="668"/>
                </a:lnTo>
                <a:cubicBezTo>
                  <a:pt x="3136" y="668"/>
                  <a:pt x="3269" y="501"/>
                  <a:pt x="3269" y="334"/>
                </a:cubicBezTo>
                <a:cubicBezTo>
                  <a:pt x="3269" y="168"/>
                  <a:pt x="3136" y="1"/>
                  <a:pt x="296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5"/>
          <p:cNvSpPr/>
          <p:nvPr/>
        </p:nvSpPr>
        <p:spPr>
          <a:xfrm>
            <a:off x="8122394" y="1810645"/>
            <a:ext cx="25407" cy="17515"/>
          </a:xfrm>
          <a:custGeom>
            <a:rect b="b" l="l" r="r" t="t"/>
            <a:pathLst>
              <a:path extrusionOk="0" h="668" w="969">
                <a:moveTo>
                  <a:pt x="335" y="1"/>
                </a:moveTo>
                <a:cubicBezTo>
                  <a:pt x="168" y="1"/>
                  <a:pt x="1" y="168"/>
                  <a:pt x="1" y="334"/>
                </a:cubicBezTo>
                <a:cubicBezTo>
                  <a:pt x="1" y="535"/>
                  <a:pt x="168" y="668"/>
                  <a:pt x="335" y="668"/>
                </a:cubicBezTo>
                <a:lnTo>
                  <a:pt x="635" y="668"/>
                </a:lnTo>
                <a:cubicBezTo>
                  <a:pt x="802" y="668"/>
                  <a:pt x="968" y="501"/>
                  <a:pt x="968" y="334"/>
                </a:cubicBezTo>
                <a:cubicBezTo>
                  <a:pt x="968" y="168"/>
                  <a:pt x="835" y="1"/>
                  <a:pt x="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5"/>
          <p:cNvSpPr/>
          <p:nvPr/>
        </p:nvSpPr>
        <p:spPr>
          <a:xfrm>
            <a:off x="8021814" y="1810645"/>
            <a:ext cx="77008" cy="17515"/>
          </a:xfrm>
          <a:custGeom>
            <a:rect b="b" l="l" r="r" t="t"/>
            <a:pathLst>
              <a:path extrusionOk="0" h="668" w="2937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36" y="501"/>
                  <a:pt x="2936" y="334"/>
                </a:cubicBezTo>
                <a:cubicBezTo>
                  <a:pt x="2936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5"/>
          <p:cNvSpPr/>
          <p:nvPr/>
        </p:nvSpPr>
        <p:spPr>
          <a:xfrm>
            <a:off x="7912503" y="1810645"/>
            <a:ext cx="77873" cy="17515"/>
          </a:xfrm>
          <a:custGeom>
            <a:rect b="b" l="l" r="r" t="t"/>
            <a:pathLst>
              <a:path extrusionOk="0" h="668" w="2970">
                <a:moveTo>
                  <a:pt x="300" y="1"/>
                </a:moveTo>
                <a:cubicBezTo>
                  <a:pt x="134" y="1"/>
                  <a:pt x="0" y="168"/>
                  <a:pt x="0" y="334"/>
                </a:cubicBezTo>
                <a:cubicBezTo>
                  <a:pt x="0" y="535"/>
                  <a:pt x="134" y="668"/>
                  <a:pt x="300" y="668"/>
                </a:cubicBezTo>
                <a:lnTo>
                  <a:pt x="2635" y="668"/>
                </a:lnTo>
                <a:cubicBezTo>
                  <a:pt x="2802" y="668"/>
                  <a:pt x="2969" y="501"/>
                  <a:pt x="2936" y="334"/>
                </a:cubicBezTo>
                <a:cubicBezTo>
                  <a:pt x="2936" y="168"/>
                  <a:pt x="2802" y="1"/>
                  <a:pt x="2635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7803166" y="1810645"/>
            <a:ext cx="77873" cy="17515"/>
          </a:xfrm>
          <a:custGeom>
            <a:rect b="b" l="l" r="r" t="t"/>
            <a:pathLst>
              <a:path extrusionOk="0" h="668" w="2970">
                <a:moveTo>
                  <a:pt x="301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01" y="668"/>
                </a:cubicBezTo>
                <a:lnTo>
                  <a:pt x="2636" y="668"/>
                </a:lnTo>
                <a:cubicBezTo>
                  <a:pt x="2803" y="668"/>
                  <a:pt x="2969" y="501"/>
                  <a:pt x="2969" y="334"/>
                </a:cubicBezTo>
                <a:cubicBezTo>
                  <a:pt x="2969" y="168"/>
                  <a:pt x="2803" y="1"/>
                  <a:pt x="2636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7803166" y="1865759"/>
            <a:ext cx="656863" cy="16650"/>
          </a:xfrm>
          <a:custGeom>
            <a:rect b="b" l="l" r="r" t="t"/>
            <a:pathLst>
              <a:path extrusionOk="0" h="635" w="25052">
                <a:moveTo>
                  <a:pt x="301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01" y="634"/>
                </a:cubicBezTo>
                <a:lnTo>
                  <a:pt x="24718" y="634"/>
                </a:lnTo>
                <a:cubicBezTo>
                  <a:pt x="24885" y="634"/>
                  <a:pt x="25052" y="501"/>
                  <a:pt x="25018" y="334"/>
                </a:cubicBezTo>
                <a:cubicBezTo>
                  <a:pt x="25018" y="134"/>
                  <a:pt x="24885" y="0"/>
                  <a:pt x="247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5"/>
          <p:cNvSpPr/>
          <p:nvPr/>
        </p:nvSpPr>
        <p:spPr>
          <a:xfrm>
            <a:off x="7710453" y="1810645"/>
            <a:ext cx="39382" cy="17515"/>
          </a:xfrm>
          <a:custGeom>
            <a:rect b="b" l="l" r="r" t="t"/>
            <a:pathLst>
              <a:path extrusionOk="0" h="668" w="1502">
                <a:moveTo>
                  <a:pt x="334" y="1"/>
                </a:moveTo>
                <a:cubicBezTo>
                  <a:pt x="134" y="1"/>
                  <a:pt x="1" y="168"/>
                  <a:pt x="1" y="334"/>
                </a:cubicBezTo>
                <a:cubicBezTo>
                  <a:pt x="1" y="535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8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5"/>
          <p:cNvSpPr/>
          <p:nvPr/>
        </p:nvSpPr>
        <p:spPr>
          <a:xfrm>
            <a:off x="7710453" y="1865759"/>
            <a:ext cx="39382" cy="16650"/>
          </a:xfrm>
          <a:custGeom>
            <a:rect b="b" l="l" r="r" t="t"/>
            <a:pathLst>
              <a:path extrusionOk="0" h="635" w="1502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1"/>
                  <a:pt x="1468" y="334"/>
                </a:cubicBezTo>
                <a:cubicBezTo>
                  <a:pt x="1468" y="134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5"/>
          <p:cNvSpPr/>
          <p:nvPr/>
        </p:nvSpPr>
        <p:spPr>
          <a:xfrm>
            <a:off x="7710453" y="1919982"/>
            <a:ext cx="39382" cy="17515"/>
          </a:xfrm>
          <a:custGeom>
            <a:rect b="b" l="l" r="r" t="t"/>
            <a:pathLst>
              <a:path extrusionOk="0" h="668" w="1502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168" y="668"/>
                </a:lnTo>
                <a:cubicBezTo>
                  <a:pt x="1335" y="668"/>
                  <a:pt x="1502" y="501"/>
                  <a:pt x="1468" y="334"/>
                </a:cubicBezTo>
                <a:cubicBezTo>
                  <a:pt x="1468" y="167"/>
                  <a:pt x="1335" y="1"/>
                  <a:pt x="1168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5"/>
          <p:cNvSpPr/>
          <p:nvPr/>
        </p:nvSpPr>
        <p:spPr>
          <a:xfrm>
            <a:off x="7710453" y="1975097"/>
            <a:ext cx="39382" cy="16623"/>
          </a:xfrm>
          <a:custGeom>
            <a:rect b="b" l="l" r="r" t="t"/>
            <a:pathLst>
              <a:path extrusionOk="0" h="634" w="1502">
                <a:moveTo>
                  <a:pt x="334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34" y="634"/>
                </a:cubicBezTo>
                <a:lnTo>
                  <a:pt x="1168" y="634"/>
                </a:lnTo>
                <a:cubicBezTo>
                  <a:pt x="1335" y="634"/>
                  <a:pt x="1502" y="500"/>
                  <a:pt x="1468" y="300"/>
                </a:cubicBezTo>
                <a:cubicBezTo>
                  <a:pt x="1468" y="133"/>
                  <a:pt x="1335" y="0"/>
                  <a:pt x="11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8500249" y="1865759"/>
            <a:ext cx="96227" cy="16650"/>
          </a:xfrm>
          <a:custGeom>
            <a:rect b="b" l="l" r="r" t="t"/>
            <a:pathLst>
              <a:path extrusionOk="0" h="635" w="3670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34"/>
                  <a:pt x="300" y="634"/>
                </a:cubicBezTo>
                <a:lnTo>
                  <a:pt x="3336" y="634"/>
                </a:lnTo>
                <a:cubicBezTo>
                  <a:pt x="3503" y="634"/>
                  <a:pt x="3670" y="501"/>
                  <a:pt x="3670" y="334"/>
                </a:cubicBezTo>
                <a:cubicBezTo>
                  <a:pt x="3670" y="134"/>
                  <a:pt x="3536" y="0"/>
                  <a:pt x="33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7800544" y="1919982"/>
            <a:ext cx="277276" cy="17515"/>
          </a:xfrm>
          <a:custGeom>
            <a:rect b="b" l="l" r="r" t="t"/>
            <a:pathLst>
              <a:path extrusionOk="0" h="668" w="10575">
                <a:moveTo>
                  <a:pt x="334" y="1"/>
                </a:moveTo>
                <a:cubicBezTo>
                  <a:pt x="134" y="1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0275" y="668"/>
                </a:lnTo>
                <a:cubicBezTo>
                  <a:pt x="10441" y="668"/>
                  <a:pt x="10575" y="501"/>
                  <a:pt x="10575" y="334"/>
                </a:cubicBezTo>
                <a:cubicBezTo>
                  <a:pt x="10575" y="167"/>
                  <a:pt x="10441" y="1"/>
                  <a:pt x="102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8164398" y="2087921"/>
            <a:ext cx="314011" cy="17515"/>
          </a:xfrm>
          <a:custGeom>
            <a:rect b="b" l="l" r="r" t="t"/>
            <a:pathLst>
              <a:path extrusionOk="0" h="668" w="11976">
                <a:moveTo>
                  <a:pt x="300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0"/>
                  <a:pt x="134" y="667"/>
                  <a:pt x="300" y="667"/>
                </a:cubicBezTo>
                <a:lnTo>
                  <a:pt x="11642" y="667"/>
                </a:lnTo>
                <a:cubicBezTo>
                  <a:pt x="11842" y="667"/>
                  <a:pt x="11975" y="500"/>
                  <a:pt x="11975" y="334"/>
                </a:cubicBezTo>
                <a:cubicBezTo>
                  <a:pt x="11975" y="134"/>
                  <a:pt x="11842" y="0"/>
                  <a:pt x="1164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8245732" y="2031941"/>
            <a:ext cx="232676" cy="17515"/>
          </a:xfrm>
          <a:custGeom>
            <a:rect b="b" l="l" r="r" t="t"/>
            <a:pathLst>
              <a:path extrusionOk="0" h="668" w="8874">
                <a:moveTo>
                  <a:pt x="334" y="0"/>
                </a:moveTo>
                <a:cubicBezTo>
                  <a:pt x="134" y="0"/>
                  <a:pt x="0" y="134"/>
                  <a:pt x="0" y="334"/>
                </a:cubicBezTo>
                <a:cubicBezTo>
                  <a:pt x="0" y="501"/>
                  <a:pt x="134" y="667"/>
                  <a:pt x="334" y="667"/>
                </a:cubicBezTo>
                <a:lnTo>
                  <a:pt x="8540" y="667"/>
                </a:lnTo>
                <a:cubicBezTo>
                  <a:pt x="8740" y="667"/>
                  <a:pt x="8873" y="501"/>
                  <a:pt x="8873" y="334"/>
                </a:cubicBezTo>
                <a:cubicBezTo>
                  <a:pt x="8873" y="134"/>
                  <a:pt x="8740" y="0"/>
                  <a:pt x="85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8376045" y="1975097"/>
            <a:ext cx="102363" cy="16623"/>
          </a:xfrm>
          <a:custGeom>
            <a:rect b="b" l="l" r="r" t="t"/>
            <a:pathLst>
              <a:path extrusionOk="0" h="634" w="3904">
                <a:moveTo>
                  <a:pt x="301" y="0"/>
                </a:moveTo>
                <a:cubicBezTo>
                  <a:pt x="134" y="0"/>
                  <a:pt x="1" y="133"/>
                  <a:pt x="1" y="300"/>
                </a:cubicBezTo>
                <a:cubicBezTo>
                  <a:pt x="1" y="500"/>
                  <a:pt x="134" y="634"/>
                  <a:pt x="301" y="634"/>
                </a:cubicBezTo>
                <a:lnTo>
                  <a:pt x="3570" y="634"/>
                </a:lnTo>
                <a:cubicBezTo>
                  <a:pt x="3770" y="634"/>
                  <a:pt x="3903" y="500"/>
                  <a:pt x="3903" y="300"/>
                </a:cubicBezTo>
                <a:cubicBezTo>
                  <a:pt x="3903" y="133"/>
                  <a:pt x="3770" y="0"/>
                  <a:pt x="357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710453" y="1612108"/>
            <a:ext cx="328012" cy="16650"/>
          </a:xfrm>
          <a:custGeom>
            <a:rect b="b" l="l" r="r" t="t"/>
            <a:pathLst>
              <a:path extrusionOk="0" h="635" w="12510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2176" y="635"/>
                </a:lnTo>
                <a:cubicBezTo>
                  <a:pt x="12376" y="635"/>
                  <a:pt x="12510" y="501"/>
                  <a:pt x="12510" y="334"/>
                </a:cubicBezTo>
                <a:cubicBezTo>
                  <a:pt x="12510" y="134"/>
                  <a:pt x="12376" y="1"/>
                  <a:pt x="121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710453" y="2220856"/>
            <a:ext cx="530064" cy="17515"/>
          </a:xfrm>
          <a:custGeom>
            <a:rect b="b" l="l" r="r" t="t"/>
            <a:pathLst>
              <a:path extrusionOk="0" h="668" w="20216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7710453" y="2288189"/>
            <a:ext cx="530064" cy="17541"/>
          </a:xfrm>
          <a:custGeom>
            <a:rect b="b" l="l" r="r" t="t"/>
            <a:pathLst>
              <a:path extrusionOk="0" h="669" w="20216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215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5"/>
          <p:cNvSpPr/>
          <p:nvPr/>
        </p:nvSpPr>
        <p:spPr>
          <a:xfrm>
            <a:off x="7710453" y="2355548"/>
            <a:ext cx="529172" cy="17515"/>
          </a:xfrm>
          <a:custGeom>
            <a:rect b="b" l="l" r="r" t="t"/>
            <a:pathLst>
              <a:path extrusionOk="0" h="668" w="20182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19882" y="668"/>
                </a:lnTo>
                <a:cubicBezTo>
                  <a:pt x="20048" y="668"/>
                  <a:pt x="20182" y="501"/>
                  <a:pt x="20182" y="334"/>
                </a:cubicBezTo>
                <a:cubicBezTo>
                  <a:pt x="20182" y="167"/>
                  <a:pt x="20048" y="0"/>
                  <a:pt x="198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7710453" y="2757866"/>
            <a:ext cx="529172" cy="16650"/>
          </a:xfrm>
          <a:custGeom>
            <a:rect b="b" l="l" r="r" t="t"/>
            <a:pathLst>
              <a:path extrusionOk="0" h="635" w="20182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5"/>
                  <a:pt x="334" y="635"/>
                </a:cubicBezTo>
                <a:lnTo>
                  <a:pt x="19882" y="635"/>
                </a:lnTo>
                <a:cubicBezTo>
                  <a:pt x="20048" y="635"/>
                  <a:pt x="20182" y="501"/>
                  <a:pt x="20182" y="334"/>
                </a:cubicBezTo>
                <a:cubicBezTo>
                  <a:pt x="20182" y="134"/>
                  <a:pt x="20048" y="1"/>
                  <a:pt x="1988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5"/>
          <p:cNvSpPr/>
          <p:nvPr/>
        </p:nvSpPr>
        <p:spPr>
          <a:xfrm>
            <a:off x="8192375" y="2143009"/>
            <a:ext cx="157451" cy="16650"/>
          </a:xfrm>
          <a:custGeom>
            <a:rect b="b" l="l" r="r" t="t"/>
            <a:pathLst>
              <a:path extrusionOk="0" h="635" w="6005">
                <a:moveTo>
                  <a:pt x="334" y="1"/>
                </a:moveTo>
                <a:cubicBezTo>
                  <a:pt x="167" y="1"/>
                  <a:pt x="1" y="134"/>
                  <a:pt x="1" y="334"/>
                </a:cubicBezTo>
                <a:cubicBezTo>
                  <a:pt x="1" y="501"/>
                  <a:pt x="167" y="634"/>
                  <a:pt x="334" y="634"/>
                </a:cubicBezTo>
                <a:lnTo>
                  <a:pt x="5671" y="634"/>
                </a:lnTo>
                <a:cubicBezTo>
                  <a:pt x="5838" y="634"/>
                  <a:pt x="6005" y="501"/>
                  <a:pt x="6005" y="334"/>
                </a:cubicBezTo>
                <a:cubicBezTo>
                  <a:pt x="6005" y="134"/>
                  <a:pt x="5838" y="1"/>
                  <a:pt x="5671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8401400" y="2143009"/>
            <a:ext cx="209944" cy="16650"/>
          </a:xfrm>
          <a:custGeom>
            <a:rect b="b" l="l" r="r" t="t"/>
            <a:pathLst>
              <a:path extrusionOk="0" h="635" w="8007">
                <a:moveTo>
                  <a:pt x="334" y="1"/>
                </a:moveTo>
                <a:cubicBezTo>
                  <a:pt x="134" y="1"/>
                  <a:pt x="1" y="134"/>
                  <a:pt x="1" y="334"/>
                </a:cubicBezTo>
                <a:cubicBezTo>
                  <a:pt x="1" y="501"/>
                  <a:pt x="134" y="634"/>
                  <a:pt x="334" y="634"/>
                </a:cubicBezTo>
                <a:lnTo>
                  <a:pt x="7673" y="634"/>
                </a:lnTo>
                <a:cubicBezTo>
                  <a:pt x="7873" y="634"/>
                  <a:pt x="8007" y="501"/>
                  <a:pt x="8007" y="334"/>
                </a:cubicBezTo>
                <a:cubicBezTo>
                  <a:pt x="8007" y="134"/>
                  <a:pt x="7873" y="1"/>
                  <a:pt x="7673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5"/>
          <p:cNvSpPr/>
          <p:nvPr/>
        </p:nvSpPr>
        <p:spPr>
          <a:xfrm>
            <a:off x="8401400" y="2220856"/>
            <a:ext cx="209944" cy="17515"/>
          </a:xfrm>
          <a:custGeom>
            <a:rect b="b" l="l" r="r" t="t"/>
            <a:pathLst>
              <a:path extrusionOk="0" h="668" w="8007">
                <a:moveTo>
                  <a:pt x="334" y="0"/>
                </a:moveTo>
                <a:cubicBezTo>
                  <a:pt x="134" y="0"/>
                  <a:pt x="1" y="134"/>
                  <a:pt x="1" y="334"/>
                </a:cubicBezTo>
                <a:cubicBezTo>
                  <a:pt x="1" y="501"/>
                  <a:pt x="134" y="668"/>
                  <a:pt x="334" y="668"/>
                </a:cubicBezTo>
                <a:lnTo>
                  <a:pt x="7673" y="668"/>
                </a:lnTo>
                <a:cubicBezTo>
                  <a:pt x="7873" y="668"/>
                  <a:pt x="8007" y="501"/>
                  <a:pt x="8007" y="334"/>
                </a:cubicBezTo>
                <a:cubicBezTo>
                  <a:pt x="8007" y="134"/>
                  <a:pt x="7873" y="0"/>
                  <a:pt x="7673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5"/>
          <p:cNvSpPr/>
          <p:nvPr/>
        </p:nvSpPr>
        <p:spPr>
          <a:xfrm>
            <a:off x="7710453" y="2860202"/>
            <a:ext cx="80495" cy="16650"/>
          </a:xfrm>
          <a:custGeom>
            <a:rect b="b" l="l" r="r" t="t"/>
            <a:pathLst>
              <a:path extrusionOk="0" h="635" w="307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70" y="501"/>
                  <a:pt x="3070" y="301"/>
                </a:cubicBezTo>
                <a:cubicBezTo>
                  <a:pt x="3070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"/>
          <p:cNvSpPr/>
          <p:nvPr/>
        </p:nvSpPr>
        <p:spPr>
          <a:xfrm>
            <a:off x="7710453" y="2910938"/>
            <a:ext cx="80495" cy="17515"/>
          </a:xfrm>
          <a:custGeom>
            <a:rect b="b" l="l" r="r" t="t"/>
            <a:pathLst>
              <a:path extrusionOk="0" h="668" w="3070">
                <a:moveTo>
                  <a:pt x="334" y="0"/>
                </a:moveTo>
                <a:cubicBezTo>
                  <a:pt x="134" y="0"/>
                  <a:pt x="1" y="167"/>
                  <a:pt x="1" y="334"/>
                </a:cubicBezTo>
                <a:cubicBezTo>
                  <a:pt x="1" y="501"/>
                  <a:pt x="134" y="667"/>
                  <a:pt x="334" y="667"/>
                </a:cubicBezTo>
                <a:lnTo>
                  <a:pt x="2736" y="667"/>
                </a:lnTo>
                <a:cubicBezTo>
                  <a:pt x="2903" y="667"/>
                  <a:pt x="3070" y="501"/>
                  <a:pt x="3070" y="334"/>
                </a:cubicBezTo>
                <a:cubicBezTo>
                  <a:pt x="3070" y="167"/>
                  <a:pt x="2903" y="0"/>
                  <a:pt x="2736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5"/>
          <p:cNvSpPr/>
          <p:nvPr/>
        </p:nvSpPr>
        <p:spPr>
          <a:xfrm>
            <a:off x="7811924" y="2910938"/>
            <a:ext cx="492438" cy="17515"/>
          </a:xfrm>
          <a:custGeom>
            <a:rect b="b" l="l" r="r" t="t"/>
            <a:pathLst>
              <a:path extrusionOk="0" h="668" w="18781">
                <a:moveTo>
                  <a:pt x="300" y="0"/>
                </a:moveTo>
                <a:cubicBezTo>
                  <a:pt x="134" y="0"/>
                  <a:pt x="0" y="167"/>
                  <a:pt x="0" y="334"/>
                </a:cubicBezTo>
                <a:cubicBezTo>
                  <a:pt x="0" y="501"/>
                  <a:pt x="134" y="667"/>
                  <a:pt x="300" y="667"/>
                </a:cubicBezTo>
                <a:lnTo>
                  <a:pt x="18447" y="667"/>
                </a:lnTo>
                <a:cubicBezTo>
                  <a:pt x="18647" y="667"/>
                  <a:pt x="18780" y="501"/>
                  <a:pt x="18780" y="334"/>
                </a:cubicBezTo>
                <a:cubicBezTo>
                  <a:pt x="18780" y="167"/>
                  <a:pt x="18647" y="0"/>
                  <a:pt x="18447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5"/>
          <p:cNvSpPr/>
          <p:nvPr/>
        </p:nvSpPr>
        <p:spPr>
          <a:xfrm>
            <a:off x="7834656" y="2860202"/>
            <a:ext cx="79604" cy="16650"/>
          </a:xfrm>
          <a:custGeom>
            <a:rect b="b" l="l" r="r" t="t"/>
            <a:pathLst>
              <a:path extrusionOk="0" h="635" w="3036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"/>
          <p:cNvSpPr/>
          <p:nvPr/>
        </p:nvSpPr>
        <p:spPr>
          <a:xfrm>
            <a:off x="7957969" y="2860202"/>
            <a:ext cx="80495" cy="16650"/>
          </a:xfrm>
          <a:custGeom>
            <a:rect b="b" l="l" r="r" t="t"/>
            <a:pathLst>
              <a:path extrusionOk="0" h="635" w="3070">
                <a:moveTo>
                  <a:pt x="334" y="1"/>
                </a:moveTo>
                <a:cubicBezTo>
                  <a:pt x="168" y="1"/>
                  <a:pt x="1" y="134"/>
                  <a:pt x="1" y="301"/>
                </a:cubicBezTo>
                <a:cubicBezTo>
                  <a:pt x="1" y="501"/>
                  <a:pt x="168" y="634"/>
                  <a:pt x="334" y="634"/>
                </a:cubicBezTo>
                <a:lnTo>
                  <a:pt x="2736" y="634"/>
                </a:lnTo>
                <a:cubicBezTo>
                  <a:pt x="2936" y="634"/>
                  <a:pt x="3070" y="501"/>
                  <a:pt x="3070" y="301"/>
                </a:cubicBezTo>
                <a:cubicBezTo>
                  <a:pt x="3070" y="134"/>
                  <a:pt x="2936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5"/>
          <p:cNvSpPr/>
          <p:nvPr/>
        </p:nvSpPr>
        <p:spPr>
          <a:xfrm>
            <a:off x="8082172" y="2860202"/>
            <a:ext cx="79630" cy="16650"/>
          </a:xfrm>
          <a:custGeom>
            <a:rect b="b" l="l" r="r" t="t"/>
            <a:pathLst>
              <a:path extrusionOk="0" h="635" w="3037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36" y="501"/>
                  <a:pt x="3036" y="301"/>
                </a:cubicBezTo>
                <a:cubicBezTo>
                  <a:pt x="3036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5"/>
          <p:cNvSpPr/>
          <p:nvPr/>
        </p:nvSpPr>
        <p:spPr>
          <a:xfrm>
            <a:off x="8206376" y="2860202"/>
            <a:ext cx="79604" cy="16650"/>
          </a:xfrm>
          <a:custGeom>
            <a:rect b="b" l="l" r="r" t="t"/>
            <a:pathLst>
              <a:path extrusionOk="0" h="635" w="3036">
                <a:moveTo>
                  <a:pt x="300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0" y="634"/>
                </a:cubicBezTo>
                <a:lnTo>
                  <a:pt x="2702" y="634"/>
                </a:lnTo>
                <a:cubicBezTo>
                  <a:pt x="2902" y="634"/>
                  <a:pt x="3036" y="501"/>
                  <a:pt x="3036" y="301"/>
                </a:cubicBezTo>
                <a:cubicBezTo>
                  <a:pt x="3036" y="134"/>
                  <a:pt x="2902" y="1"/>
                  <a:pt x="27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5"/>
          <p:cNvSpPr/>
          <p:nvPr/>
        </p:nvSpPr>
        <p:spPr>
          <a:xfrm>
            <a:off x="8329688" y="2860202"/>
            <a:ext cx="80495" cy="16650"/>
          </a:xfrm>
          <a:custGeom>
            <a:rect b="b" l="l" r="r" t="t"/>
            <a:pathLst>
              <a:path extrusionOk="0" h="635" w="3070">
                <a:moveTo>
                  <a:pt x="334" y="1"/>
                </a:moveTo>
                <a:cubicBezTo>
                  <a:pt x="134" y="1"/>
                  <a:pt x="1" y="134"/>
                  <a:pt x="1" y="301"/>
                </a:cubicBezTo>
                <a:cubicBezTo>
                  <a:pt x="1" y="501"/>
                  <a:pt x="134" y="634"/>
                  <a:pt x="334" y="634"/>
                </a:cubicBezTo>
                <a:lnTo>
                  <a:pt x="2736" y="634"/>
                </a:lnTo>
                <a:cubicBezTo>
                  <a:pt x="2903" y="634"/>
                  <a:pt x="3069" y="501"/>
                  <a:pt x="3069" y="301"/>
                </a:cubicBezTo>
                <a:cubicBezTo>
                  <a:pt x="3069" y="134"/>
                  <a:pt x="2903" y="1"/>
                  <a:pt x="2736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5"/>
          <p:cNvSpPr/>
          <p:nvPr/>
        </p:nvSpPr>
        <p:spPr>
          <a:xfrm>
            <a:off x="8453892" y="2860202"/>
            <a:ext cx="54249" cy="16650"/>
          </a:xfrm>
          <a:custGeom>
            <a:rect b="b" l="l" r="r" t="t"/>
            <a:pathLst>
              <a:path extrusionOk="0" h="635" w="2069">
                <a:moveTo>
                  <a:pt x="301" y="1"/>
                </a:moveTo>
                <a:cubicBezTo>
                  <a:pt x="134" y="1"/>
                  <a:pt x="0" y="134"/>
                  <a:pt x="0" y="301"/>
                </a:cubicBezTo>
                <a:cubicBezTo>
                  <a:pt x="0" y="501"/>
                  <a:pt x="134" y="634"/>
                  <a:pt x="301" y="634"/>
                </a:cubicBezTo>
                <a:lnTo>
                  <a:pt x="1768" y="634"/>
                </a:lnTo>
                <a:cubicBezTo>
                  <a:pt x="1935" y="634"/>
                  <a:pt x="2068" y="501"/>
                  <a:pt x="2068" y="301"/>
                </a:cubicBezTo>
                <a:cubicBezTo>
                  <a:pt x="2068" y="134"/>
                  <a:pt x="1935" y="1"/>
                  <a:pt x="1768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5"/>
          <p:cNvSpPr/>
          <p:nvPr/>
        </p:nvSpPr>
        <p:spPr>
          <a:xfrm>
            <a:off x="8287710" y="826690"/>
            <a:ext cx="856293" cy="784581"/>
          </a:xfrm>
          <a:custGeom>
            <a:rect b="b" l="l" r="r" t="t"/>
            <a:pathLst>
              <a:path extrusionOk="0" h="29923" w="32658">
                <a:moveTo>
                  <a:pt x="1335" y="1"/>
                </a:moveTo>
                <a:cubicBezTo>
                  <a:pt x="601" y="1"/>
                  <a:pt x="0" y="601"/>
                  <a:pt x="0" y="1302"/>
                </a:cubicBezTo>
                <a:lnTo>
                  <a:pt x="0" y="28621"/>
                </a:lnTo>
                <a:cubicBezTo>
                  <a:pt x="0" y="29355"/>
                  <a:pt x="601" y="29922"/>
                  <a:pt x="1335" y="29922"/>
                </a:cubicBezTo>
                <a:lnTo>
                  <a:pt x="31356" y="29922"/>
                </a:lnTo>
                <a:cubicBezTo>
                  <a:pt x="32090" y="29922"/>
                  <a:pt x="32657" y="29355"/>
                  <a:pt x="32657" y="28621"/>
                </a:cubicBezTo>
                <a:lnTo>
                  <a:pt x="32657" y="1302"/>
                </a:lnTo>
                <a:cubicBezTo>
                  <a:pt x="32657" y="601"/>
                  <a:pt x="32090" y="1"/>
                  <a:pt x="31356" y="1"/>
                </a:cubicBezTo>
                <a:close/>
              </a:path>
            </a:pathLst>
          </a:custGeom>
          <a:solidFill>
            <a:srgbClr val="B8B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5"/>
          <p:cNvSpPr/>
          <p:nvPr/>
        </p:nvSpPr>
        <p:spPr>
          <a:xfrm>
            <a:off x="8287710" y="819716"/>
            <a:ext cx="856293" cy="39382"/>
          </a:xfrm>
          <a:custGeom>
            <a:rect b="b" l="l" r="r" t="t"/>
            <a:pathLst>
              <a:path extrusionOk="0" h="1502" w="32658">
                <a:moveTo>
                  <a:pt x="1268" y="0"/>
                </a:moveTo>
                <a:cubicBezTo>
                  <a:pt x="568" y="0"/>
                  <a:pt x="0" y="567"/>
                  <a:pt x="0" y="1234"/>
                </a:cubicBezTo>
                <a:lnTo>
                  <a:pt x="0" y="1501"/>
                </a:lnTo>
                <a:cubicBezTo>
                  <a:pt x="0" y="834"/>
                  <a:pt x="568" y="267"/>
                  <a:pt x="1268" y="267"/>
                </a:cubicBezTo>
                <a:lnTo>
                  <a:pt x="31423" y="267"/>
                </a:lnTo>
                <a:cubicBezTo>
                  <a:pt x="32123" y="267"/>
                  <a:pt x="32657" y="834"/>
                  <a:pt x="32657" y="1501"/>
                </a:cubicBezTo>
                <a:lnTo>
                  <a:pt x="32657" y="1234"/>
                </a:lnTo>
                <a:cubicBezTo>
                  <a:pt x="32657" y="567"/>
                  <a:pt x="32123" y="0"/>
                  <a:pt x="31423" y="0"/>
                </a:cubicBezTo>
                <a:close/>
              </a:path>
            </a:pathLst>
          </a:custGeom>
          <a:solidFill>
            <a:srgbClr val="00A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5"/>
          <p:cNvSpPr/>
          <p:nvPr/>
        </p:nvSpPr>
        <p:spPr>
          <a:xfrm>
            <a:off x="8287710" y="826690"/>
            <a:ext cx="856293" cy="120743"/>
          </a:xfrm>
          <a:custGeom>
            <a:rect b="b" l="l" r="r" t="t"/>
            <a:pathLst>
              <a:path extrusionOk="0" h="4605" w="32658">
                <a:moveTo>
                  <a:pt x="1268" y="1"/>
                </a:moveTo>
                <a:cubicBezTo>
                  <a:pt x="568" y="1"/>
                  <a:pt x="0" y="568"/>
                  <a:pt x="0" y="1235"/>
                </a:cubicBezTo>
                <a:lnTo>
                  <a:pt x="0" y="4604"/>
                </a:lnTo>
                <a:lnTo>
                  <a:pt x="32657" y="4604"/>
                </a:lnTo>
                <a:lnTo>
                  <a:pt x="32657" y="1235"/>
                </a:lnTo>
                <a:cubicBezTo>
                  <a:pt x="32657" y="568"/>
                  <a:pt x="32123" y="1"/>
                  <a:pt x="31423" y="1"/>
                </a:cubicBezTo>
                <a:close/>
              </a:path>
            </a:pathLst>
          </a:custGeom>
          <a:solidFill>
            <a:srgbClr val="469A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5"/>
          <p:cNvSpPr/>
          <p:nvPr/>
        </p:nvSpPr>
        <p:spPr>
          <a:xfrm>
            <a:off x="8334932" y="983249"/>
            <a:ext cx="765336" cy="588665"/>
          </a:xfrm>
          <a:custGeom>
            <a:rect b="b" l="l" r="r" t="t"/>
            <a:pathLst>
              <a:path extrusionOk="0" h="22451" w="29189">
                <a:moveTo>
                  <a:pt x="28188" y="22450"/>
                </a:moveTo>
                <a:lnTo>
                  <a:pt x="1001" y="22450"/>
                </a:lnTo>
                <a:cubicBezTo>
                  <a:pt x="434" y="22450"/>
                  <a:pt x="1" y="22017"/>
                  <a:pt x="1" y="21450"/>
                </a:cubicBezTo>
                <a:lnTo>
                  <a:pt x="1" y="1002"/>
                </a:lnTo>
                <a:cubicBezTo>
                  <a:pt x="1" y="468"/>
                  <a:pt x="434" y="1"/>
                  <a:pt x="1001" y="1"/>
                </a:cubicBezTo>
                <a:lnTo>
                  <a:pt x="28188" y="1"/>
                </a:lnTo>
                <a:cubicBezTo>
                  <a:pt x="28755" y="1"/>
                  <a:pt x="29188" y="468"/>
                  <a:pt x="29188" y="1002"/>
                </a:cubicBezTo>
                <a:lnTo>
                  <a:pt x="29188" y="21450"/>
                </a:lnTo>
                <a:cubicBezTo>
                  <a:pt x="29188" y="22017"/>
                  <a:pt x="28755" y="22450"/>
                  <a:pt x="28188" y="22450"/>
                </a:cubicBezTo>
                <a:close/>
              </a:path>
            </a:pathLst>
          </a:custGeom>
          <a:solidFill>
            <a:srgbClr val="240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5"/>
          <p:cNvSpPr/>
          <p:nvPr/>
        </p:nvSpPr>
        <p:spPr>
          <a:xfrm>
            <a:off x="8371666" y="1116211"/>
            <a:ext cx="544039" cy="13136"/>
          </a:xfrm>
          <a:custGeom>
            <a:rect b="b" l="l" r="r" t="t"/>
            <a:pathLst>
              <a:path extrusionOk="0" h="501" w="20749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0482" y="501"/>
                </a:lnTo>
                <a:cubicBezTo>
                  <a:pt x="20615" y="501"/>
                  <a:pt x="20749" y="401"/>
                  <a:pt x="20716" y="267"/>
                </a:cubicBezTo>
                <a:cubicBezTo>
                  <a:pt x="20716" y="134"/>
                  <a:pt x="20615" y="0"/>
                  <a:pt x="20482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5"/>
          <p:cNvSpPr/>
          <p:nvPr/>
        </p:nvSpPr>
        <p:spPr>
          <a:xfrm>
            <a:off x="8948924" y="1116211"/>
            <a:ext cx="52492" cy="13136"/>
          </a:xfrm>
          <a:custGeom>
            <a:rect b="b" l="l" r="r" t="t"/>
            <a:pathLst>
              <a:path extrusionOk="0" h="501" w="2002">
                <a:moveTo>
                  <a:pt x="234" y="0"/>
                </a:moveTo>
                <a:cubicBezTo>
                  <a:pt x="101" y="0"/>
                  <a:pt x="0" y="134"/>
                  <a:pt x="0" y="267"/>
                </a:cubicBezTo>
                <a:cubicBezTo>
                  <a:pt x="0" y="401"/>
                  <a:pt x="101" y="501"/>
                  <a:pt x="234" y="501"/>
                </a:cubicBezTo>
                <a:lnTo>
                  <a:pt x="1735" y="501"/>
                </a:lnTo>
                <a:cubicBezTo>
                  <a:pt x="1868" y="501"/>
                  <a:pt x="2002" y="401"/>
                  <a:pt x="2002" y="267"/>
                </a:cubicBezTo>
                <a:cubicBezTo>
                  <a:pt x="2002" y="134"/>
                  <a:pt x="1868" y="0"/>
                  <a:pt x="173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5"/>
          <p:cNvSpPr/>
          <p:nvPr/>
        </p:nvSpPr>
        <p:spPr>
          <a:xfrm>
            <a:off x="9021527" y="1116211"/>
            <a:ext cx="42004" cy="13136"/>
          </a:xfrm>
          <a:custGeom>
            <a:rect b="b" l="l" r="r" t="t"/>
            <a:pathLst>
              <a:path extrusionOk="0" h="501" w="1602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5"/>
          <p:cNvSpPr/>
          <p:nvPr/>
        </p:nvSpPr>
        <p:spPr>
          <a:xfrm>
            <a:off x="8371666" y="1176543"/>
            <a:ext cx="311389" cy="13162"/>
          </a:xfrm>
          <a:custGeom>
            <a:rect b="b" l="l" r="r" t="t"/>
            <a:pathLst>
              <a:path extrusionOk="0" h="502" w="11876">
                <a:moveTo>
                  <a:pt x="234" y="1"/>
                </a:moveTo>
                <a:cubicBezTo>
                  <a:pt x="101" y="1"/>
                  <a:pt x="1" y="134"/>
                  <a:pt x="1" y="268"/>
                </a:cubicBezTo>
                <a:cubicBezTo>
                  <a:pt x="1" y="401"/>
                  <a:pt x="101" y="501"/>
                  <a:pt x="234" y="501"/>
                </a:cubicBezTo>
                <a:lnTo>
                  <a:pt x="11609" y="501"/>
                </a:lnTo>
                <a:cubicBezTo>
                  <a:pt x="11742" y="501"/>
                  <a:pt x="11876" y="401"/>
                  <a:pt x="11876" y="268"/>
                </a:cubicBezTo>
                <a:cubicBezTo>
                  <a:pt x="11876" y="134"/>
                  <a:pt x="11742" y="1"/>
                  <a:pt x="11609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5"/>
          <p:cNvSpPr/>
          <p:nvPr/>
        </p:nvSpPr>
        <p:spPr>
          <a:xfrm>
            <a:off x="8687406" y="1176543"/>
            <a:ext cx="98876" cy="13162"/>
          </a:xfrm>
          <a:custGeom>
            <a:rect b="b" l="l" r="r" t="t"/>
            <a:pathLst>
              <a:path extrusionOk="0" h="502" w="3771">
                <a:moveTo>
                  <a:pt x="268" y="1"/>
                </a:moveTo>
                <a:cubicBezTo>
                  <a:pt x="134" y="1"/>
                  <a:pt x="1" y="134"/>
                  <a:pt x="1" y="268"/>
                </a:cubicBezTo>
                <a:cubicBezTo>
                  <a:pt x="1" y="401"/>
                  <a:pt x="134" y="501"/>
                  <a:pt x="268" y="501"/>
                </a:cubicBezTo>
                <a:lnTo>
                  <a:pt x="3537" y="501"/>
                </a:lnTo>
                <a:cubicBezTo>
                  <a:pt x="3670" y="501"/>
                  <a:pt x="3770" y="401"/>
                  <a:pt x="3770" y="268"/>
                </a:cubicBezTo>
                <a:cubicBezTo>
                  <a:pt x="3770" y="134"/>
                  <a:pt x="3670" y="1"/>
                  <a:pt x="3537" y="1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5"/>
          <p:cNvSpPr/>
          <p:nvPr/>
        </p:nvSpPr>
        <p:spPr>
          <a:xfrm>
            <a:off x="8720653" y="1211546"/>
            <a:ext cx="65629" cy="12271"/>
          </a:xfrm>
          <a:custGeom>
            <a:rect b="b" l="l" r="r" t="t"/>
            <a:pathLst>
              <a:path extrusionOk="0" h="468" w="2503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269" y="467"/>
                </a:lnTo>
                <a:cubicBezTo>
                  <a:pt x="2402" y="467"/>
                  <a:pt x="2502" y="367"/>
                  <a:pt x="2502" y="234"/>
                </a:cubicBezTo>
                <a:cubicBezTo>
                  <a:pt x="2502" y="100"/>
                  <a:pt x="2402" y="0"/>
                  <a:pt x="2269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8688298" y="1211546"/>
            <a:ext cx="19245" cy="12271"/>
          </a:xfrm>
          <a:custGeom>
            <a:rect b="b" l="l" r="r" t="t"/>
            <a:pathLst>
              <a:path extrusionOk="0" h="468" w="734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467" y="467"/>
                </a:lnTo>
                <a:cubicBezTo>
                  <a:pt x="600" y="467"/>
                  <a:pt x="734" y="367"/>
                  <a:pt x="734" y="234"/>
                </a:cubicBezTo>
                <a:cubicBezTo>
                  <a:pt x="734" y="100"/>
                  <a:pt x="600" y="0"/>
                  <a:pt x="467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5"/>
          <p:cNvSpPr/>
          <p:nvPr/>
        </p:nvSpPr>
        <p:spPr>
          <a:xfrm>
            <a:off x="8610451" y="1211546"/>
            <a:ext cx="59493" cy="12271"/>
          </a:xfrm>
          <a:custGeom>
            <a:rect b="b" l="l" r="r" t="t"/>
            <a:pathLst>
              <a:path extrusionOk="0" h="468" w="2269">
                <a:moveTo>
                  <a:pt x="234" y="0"/>
                </a:moveTo>
                <a:cubicBezTo>
                  <a:pt x="100" y="0"/>
                  <a:pt x="0" y="100"/>
                  <a:pt x="0" y="234"/>
                </a:cubicBezTo>
                <a:cubicBezTo>
                  <a:pt x="0" y="367"/>
                  <a:pt x="100" y="467"/>
                  <a:pt x="234" y="467"/>
                </a:cubicBezTo>
                <a:lnTo>
                  <a:pt x="2035" y="467"/>
                </a:lnTo>
                <a:cubicBezTo>
                  <a:pt x="2168" y="467"/>
                  <a:pt x="2269" y="367"/>
                  <a:pt x="2269" y="234"/>
                </a:cubicBezTo>
                <a:cubicBezTo>
                  <a:pt x="2269" y="100"/>
                  <a:pt x="2168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5"/>
          <p:cNvSpPr/>
          <p:nvPr/>
        </p:nvSpPr>
        <p:spPr>
          <a:xfrm>
            <a:off x="8526469" y="1211546"/>
            <a:ext cx="59519" cy="12271"/>
          </a:xfrm>
          <a:custGeom>
            <a:rect b="b" l="l" r="r" t="t"/>
            <a:pathLst>
              <a:path extrusionOk="0" h="468" w="2270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6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6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5"/>
          <p:cNvSpPr/>
          <p:nvPr/>
        </p:nvSpPr>
        <p:spPr>
          <a:xfrm>
            <a:off x="8442513" y="1211546"/>
            <a:ext cx="59493" cy="12271"/>
          </a:xfrm>
          <a:custGeom>
            <a:rect b="b" l="l" r="r" t="t"/>
            <a:pathLst>
              <a:path extrusionOk="0" h="468" w="2269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2035" y="467"/>
                </a:lnTo>
                <a:cubicBezTo>
                  <a:pt x="2169" y="467"/>
                  <a:pt x="2269" y="367"/>
                  <a:pt x="2269" y="234"/>
                </a:cubicBezTo>
                <a:cubicBezTo>
                  <a:pt x="2269" y="100"/>
                  <a:pt x="2169" y="0"/>
                  <a:pt x="2035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5"/>
          <p:cNvSpPr/>
          <p:nvPr/>
        </p:nvSpPr>
        <p:spPr>
          <a:xfrm>
            <a:off x="8442513" y="1253524"/>
            <a:ext cx="504683" cy="12271"/>
          </a:xfrm>
          <a:custGeom>
            <a:rect b="b" l="l" r="r" t="t"/>
            <a:pathLst>
              <a:path extrusionOk="0" h="468" w="19248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19014" y="467"/>
                </a:lnTo>
                <a:cubicBezTo>
                  <a:pt x="19148" y="467"/>
                  <a:pt x="19248" y="367"/>
                  <a:pt x="19248" y="234"/>
                </a:cubicBezTo>
                <a:cubicBezTo>
                  <a:pt x="19248" y="100"/>
                  <a:pt x="19148" y="0"/>
                  <a:pt x="1901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8371666" y="1211546"/>
            <a:ext cx="29760" cy="12271"/>
          </a:xfrm>
          <a:custGeom>
            <a:rect b="b" l="l" r="r" t="t"/>
            <a:pathLst>
              <a:path extrusionOk="0" h="468" w="1135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5"/>
          <p:cNvSpPr/>
          <p:nvPr/>
        </p:nvSpPr>
        <p:spPr>
          <a:xfrm>
            <a:off x="8371666" y="1253524"/>
            <a:ext cx="29760" cy="12271"/>
          </a:xfrm>
          <a:custGeom>
            <a:rect b="b" l="l" r="r" t="t"/>
            <a:pathLst>
              <a:path extrusionOk="0" h="468" w="1135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0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5"/>
          <p:cNvSpPr/>
          <p:nvPr/>
        </p:nvSpPr>
        <p:spPr>
          <a:xfrm>
            <a:off x="8371666" y="1295502"/>
            <a:ext cx="29760" cy="12271"/>
          </a:xfrm>
          <a:custGeom>
            <a:rect b="b" l="l" r="r" t="t"/>
            <a:pathLst>
              <a:path extrusionOk="0" h="468" w="1135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868" y="467"/>
                </a:lnTo>
                <a:cubicBezTo>
                  <a:pt x="1035" y="467"/>
                  <a:pt x="1135" y="367"/>
                  <a:pt x="1135" y="234"/>
                </a:cubicBezTo>
                <a:cubicBezTo>
                  <a:pt x="1135" y="101"/>
                  <a:pt x="1035" y="0"/>
                  <a:pt x="868" y="0"/>
                </a:cubicBezTo>
                <a:close/>
              </a:path>
            </a:pathLst>
          </a:custGeom>
          <a:solidFill>
            <a:srgbClr val="12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5"/>
          <p:cNvSpPr/>
          <p:nvPr/>
        </p:nvSpPr>
        <p:spPr>
          <a:xfrm>
            <a:off x="8977792" y="1253524"/>
            <a:ext cx="74360" cy="12271"/>
          </a:xfrm>
          <a:custGeom>
            <a:rect b="b" l="l" r="r" t="t"/>
            <a:pathLst>
              <a:path extrusionOk="0" h="468" w="2836">
                <a:moveTo>
                  <a:pt x="267" y="0"/>
                </a:moveTo>
                <a:cubicBezTo>
                  <a:pt x="134" y="0"/>
                  <a:pt x="0" y="100"/>
                  <a:pt x="0" y="234"/>
                </a:cubicBezTo>
                <a:cubicBezTo>
                  <a:pt x="0" y="367"/>
                  <a:pt x="134" y="467"/>
                  <a:pt x="267" y="467"/>
                </a:cubicBezTo>
                <a:lnTo>
                  <a:pt x="2602" y="467"/>
                </a:lnTo>
                <a:cubicBezTo>
                  <a:pt x="2736" y="467"/>
                  <a:pt x="2836" y="367"/>
                  <a:pt x="2836" y="234"/>
                </a:cubicBezTo>
                <a:cubicBezTo>
                  <a:pt x="2836" y="100"/>
                  <a:pt x="2736" y="0"/>
                  <a:pt x="26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5"/>
          <p:cNvSpPr/>
          <p:nvPr/>
        </p:nvSpPr>
        <p:spPr>
          <a:xfrm>
            <a:off x="8440756" y="1295502"/>
            <a:ext cx="213457" cy="12271"/>
          </a:xfrm>
          <a:custGeom>
            <a:rect b="b" l="l" r="r" t="t"/>
            <a:pathLst>
              <a:path extrusionOk="0" h="468" w="8141">
                <a:moveTo>
                  <a:pt x="234" y="0"/>
                </a:moveTo>
                <a:cubicBezTo>
                  <a:pt x="101" y="0"/>
                  <a:pt x="1" y="101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7873" y="467"/>
                </a:lnTo>
                <a:cubicBezTo>
                  <a:pt x="8007" y="467"/>
                  <a:pt x="8140" y="367"/>
                  <a:pt x="8140" y="234"/>
                </a:cubicBezTo>
                <a:cubicBezTo>
                  <a:pt x="8140" y="101"/>
                  <a:pt x="8007" y="0"/>
                  <a:pt x="78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5"/>
          <p:cNvSpPr/>
          <p:nvPr/>
        </p:nvSpPr>
        <p:spPr>
          <a:xfrm>
            <a:off x="8720653" y="1349725"/>
            <a:ext cx="240542" cy="13136"/>
          </a:xfrm>
          <a:custGeom>
            <a:rect b="b" l="l" r="r" t="t"/>
            <a:pathLst>
              <a:path extrusionOk="0" h="501" w="9174">
                <a:moveTo>
                  <a:pt x="234" y="1"/>
                </a:moveTo>
                <a:cubicBezTo>
                  <a:pt x="100" y="1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8940" y="501"/>
                </a:lnTo>
                <a:cubicBezTo>
                  <a:pt x="9073" y="501"/>
                  <a:pt x="9173" y="401"/>
                  <a:pt x="9173" y="267"/>
                </a:cubicBezTo>
                <a:cubicBezTo>
                  <a:pt x="9173" y="134"/>
                  <a:pt x="9073" y="1"/>
                  <a:pt x="89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5"/>
          <p:cNvSpPr/>
          <p:nvPr/>
        </p:nvSpPr>
        <p:spPr>
          <a:xfrm>
            <a:off x="8882456" y="1320857"/>
            <a:ext cx="78739" cy="13162"/>
          </a:xfrm>
          <a:custGeom>
            <a:rect b="b" l="l" r="r" t="t"/>
            <a:pathLst>
              <a:path extrusionOk="0" h="502" w="3003">
                <a:moveTo>
                  <a:pt x="267" y="1"/>
                </a:moveTo>
                <a:cubicBezTo>
                  <a:pt x="134" y="1"/>
                  <a:pt x="0" y="101"/>
                  <a:pt x="0" y="268"/>
                </a:cubicBezTo>
                <a:cubicBezTo>
                  <a:pt x="0" y="401"/>
                  <a:pt x="134" y="501"/>
                  <a:pt x="267" y="501"/>
                </a:cubicBezTo>
                <a:lnTo>
                  <a:pt x="2769" y="501"/>
                </a:lnTo>
                <a:cubicBezTo>
                  <a:pt x="2902" y="501"/>
                  <a:pt x="3002" y="401"/>
                  <a:pt x="3002" y="268"/>
                </a:cubicBezTo>
                <a:cubicBezTo>
                  <a:pt x="3002" y="101"/>
                  <a:pt x="2902" y="1"/>
                  <a:pt x="27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5"/>
          <p:cNvSpPr/>
          <p:nvPr/>
        </p:nvSpPr>
        <p:spPr>
          <a:xfrm>
            <a:off x="8371666" y="1058474"/>
            <a:ext cx="251922" cy="13162"/>
          </a:xfrm>
          <a:custGeom>
            <a:rect b="b" l="l" r="r" t="t"/>
            <a:pathLst>
              <a:path extrusionOk="0" h="502" w="9608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501"/>
                  <a:pt x="234" y="501"/>
                </a:cubicBezTo>
                <a:lnTo>
                  <a:pt x="9341" y="501"/>
                </a:lnTo>
                <a:cubicBezTo>
                  <a:pt x="9474" y="501"/>
                  <a:pt x="9608" y="368"/>
                  <a:pt x="9608" y="234"/>
                </a:cubicBezTo>
                <a:cubicBezTo>
                  <a:pt x="9608" y="101"/>
                  <a:pt x="9474" y="1"/>
                  <a:pt x="9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5"/>
          <p:cNvSpPr/>
          <p:nvPr/>
        </p:nvSpPr>
        <p:spPr>
          <a:xfrm>
            <a:off x="8371666" y="1467793"/>
            <a:ext cx="406725" cy="12271"/>
          </a:xfrm>
          <a:custGeom>
            <a:rect b="b" l="l" r="r" t="t"/>
            <a:pathLst>
              <a:path extrusionOk="0" h="468" w="15512">
                <a:moveTo>
                  <a:pt x="234" y="1"/>
                </a:moveTo>
                <a:cubicBezTo>
                  <a:pt x="101" y="1"/>
                  <a:pt x="1" y="101"/>
                  <a:pt x="1" y="234"/>
                </a:cubicBezTo>
                <a:cubicBezTo>
                  <a:pt x="1" y="368"/>
                  <a:pt x="101" y="468"/>
                  <a:pt x="234" y="468"/>
                </a:cubicBezTo>
                <a:lnTo>
                  <a:pt x="15278" y="468"/>
                </a:lnTo>
                <a:cubicBezTo>
                  <a:pt x="15412" y="468"/>
                  <a:pt x="15512" y="368"/>
                  <a:pt x="15512" y="234"/>
                </a:cubicBezTo>
                <a:cubicBezTo>
                  <a:pt x="15512" y="101"/>
                  <a:pt x="15412" y="1"/>
                  <a:pt x="152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5"/>
          <p:cNvSpPr/>
          <p:nvPr/>
        </p:nvSpPr>
        <p:spPr>
          <a:xfrm>
            <a:off x="8741629" y="1392595"/>
            <a:ext cx="120743" cy="12271"/>
          </a:xfrm>
          <a:custGeom>
            <a:rect b="b" l="l" r="r" t="t"/>
            <a:pathLst>
              <a:path extrusionOk="0" h="468" w="4605">
                <a:moveTo>
                  <a:pt x="268" y="0"/>
                </a:moveTo>
                <a:cubicBezTo>
                  <a:pt x="134" y="0"/>
                  <a:pt x="1" y="100"/>
                  <a:pt x="1" y="234"/>
                </a:cubicBezTo>
                <a:cubicBezTo>
                  <a:pt x="1" y="367"/>
                  <a:pt x="134" y="467"/>
                  <a:pt x="268" y="467"/>
                </a:cubicBezTo>
                <a:lnTo>
                  <a:pt x="4371" y="467"/>
                </a:lnTo>
                <a:cubicBezTo>
                  <a:pt x="4504" y="467"/>
                  <a:pt x="4604" y="367"/>
                  <a:pt x="4604" y="234"/>
                </a:cubicBezTo>
                <a:cubicBezTo>
                  <a:pt x="4604" y="100"/>
                  <a:pt x="4504" y="0"/>
                  <a:pt x="4371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5"/>
          <p:cNvSpPr/>
          <p:nvPr/>
        </p:nvSpPr>
        <p:spPr>
          <a:xfrm>
            <a:off x="8902567" y="1392595"/>
            <a:ext cx="160965" cy="12271"/>
          </a:xfrm>
          <a:custGeom>
            <a:rect b="b" l="l" r="r" t="t"/>
            <a:pathLst>
              <a:path extrusionOk="0" h="468" w="6139">
                <a:moveTo>
                  <a:pt x="234" y="0"/>
                </a:moveTo>
                <a:cubicBezTo>
                  <a:pt x="101" y="0"/>
                  <a:pt x="1" y="100"/>
                  <a:pt x="1" y="234"/>
                </a:cubicBezTo>
                <a:cubicBezTo>
                  <a:pt x="1" y="367"/>
                  <a:pt x="101" y="467"/>
                  <a:pt x="234" y="467"/>
                </a:cubicBezTo>
                <a:lnTo>
                  <a:pt x="5905" y="467"/>
                </a:lnTo>
                <a:cubicBezTo>
                  <a:pt x="6038" y="467"/>
                  <a:pt x="6138" y="367"/>
                  <a:pt x="6138" y="234"/>
                </a:cubicBezTo>
                <a:cubicBezTo>
                  <a:pt x="6138" y="100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5"/>
          <p:cNvSpPr/>
          <p:nvPr/>
        </p:nvSpPr>
        <p:spPr>
          <a:xfrm>
            <a:off x="8902567" y="1452062"/>
            <a:ext cx="160965" cy="13136"/>
          </a:xfrm>
          <a:custGeom>
            <a:rect b="b" l="l" r="r" t="t"/>
            <a:pathLst>
              <a:path extrusionOk="0" h="501" w="6139">
                <a:moveTo>
                  <a:pt x="234" y="0"/>
                </a:moveTo>
                <a:cubicBezTo>
                  <a:pt x="101" y="0"/>
                  <a:pt x="1" y="134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5905" y="501"/>
                </a:lnTo>
                <a:cubicBezTo>
                  <a:pt x="6038" y="501"/>
                  <a:pt x="6138" y="401"/>
                  <a:pt x="6138" y="267"/>
                </a:cubicBezTo>
                <a:cubicBezTo>
                  <a:pt x="6138" y="134"/>
                  <a:pt x="6038" y="0"/>
                  <a:pt x="5905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5"/>
          <p:cNvSpPr/>
          <p:nvPr/>
        </p:nvSpPr>
        <p:spPr>
          <a:xfrm>
            <a:off x="8371666" y="1508906"/>
            <a:ext cx="61250" cy="13136"/>
          </a:xfrm>
          <a:custGeom>
            <a:rect b="b" l="l" r="r" t="t"/>
            <a:pathLst>
              <a:path extrusionOk="0" h="501" w="2336">
                <a:moveTo>
                  <a:pt x="234" y="1"/>
                </a:moveTo>
                <a:cubicBezTo>
                  <a:pt x="101" y="1"/>
                  <a:pt x="1" y="101"/>
                  <a:pt x="1" y="267"/>
                </a:cubicBezTo>
                <a:cubicBezTo>
                  <a:pt x="1" y="401"/>
                  <a:pt x="101" y="501"/>
                  <a:pt x="234" y="501"/>
                </a:cubicBezTo>
                <a:lnTo>
                  <a:pt x="2102" y="501"/>
                </a:lnTo>
                <a:cubicBezTo>
                  <a:pt x="2236" y="501"/>
                  <a:pt x="2336" y="401"/>
                  <a:pt x="2336" y="267"/>
                </a:cubicBezTo>
                <a:cubicBezTo>
                  <a:pt x="2336" y="101"/>
                  <a:pt x="2236" y="1"/>
                  <a:pt x="2102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5"/>
          <p:cNvSpPr/>
          <p:nvPr/>
        </p:nvSpPr>
        <p:spPr>
          <a:xfrm>
            <a:off x="8448648" y="1508906"/>
            <a:ext cx="378722" cy="13136"/>
          </a:xfrm>
          <a:custGeom>
            <a:rect b="b" l="l" r="r" t="t"/>
            <a:pathLst>
              <a:path extrusionOk="0" h="501" w="14444">
                <a:moveTo>
                  <a:pt x="267" y="1"/>
                </a:moveTo>
                <a:cubicBezTo>
                  <a:pt x="134" y="1"/>
                  <a:pt x="0" y="101"/>
                  <a:pt x="0" y="267"/>
                </a:cubicBezTo>
                <a:cubicBezTo>
                  <a:pt x="0" y="401"/>
                  <a:pt x="134" y="501"/>
                  <a:pt x="267" y="501"/>
                </a:cubicBezTo>
                <a:lnTo>
                  <a:pt x="14210" y="501"/>
                </a:lnTo>
                <a:cubicBezTo>
                  <a:pt x="14344" y="501"/>
                  <a:pt x="14444" y="401"/>
                  <a:pt x="14444" y="267"/>
                </a:cubicBezTo>
                <a:cubicBezTo>
                  <a:pt x="14444" y="101"/>
                  <a:pt x="14344" y="1"/>
                  <a:pt x="14210" y="1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Power BI?</a:t>
            </a:r>
            <a:endParaRPr/>
          </a:p>
        </p:txBody>
      </p:sp>
      <p:sp>
        <p:nvSpPr>
          <p:cNvPr id="663" name="Google Shape;663;p26"/>
          <p:cNvSpPr txBox="1"/>
          <p:nvPr>
            <p:ph idx="1" type="body"/>
          </p:nvPr>
        </p:nvSpPr>
        <p:spPr>
          <a:xfrm>
            <a:off x="720000" y="1836225"/>
            <a:ext cx="7890600" cy="24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/>
              <a:t>Developed by Microsoft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Business Intelligence &amp; Data Visualization Tool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Used for Dashboards, Reporting, and Analytics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Some similar tools include tableau or looker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BI Workflow Overview</a:t>
            </a:r>
            <a:endParaRPr/>
          </a:p>
        </p:txBody>
      </p:sp>
      <p:sp>
        <p:nvSpPr>
          <p:cNvPr id="669" name="Google Shape;669;p27"/>
          <p:cNvSpPr txBox="1"/>
          <p:nvPr>
            <p:ph idx="1" type="subTitle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Data</a:t>
            </a:r>
            <a:endParaRPr/>
          </a:p>
        </p:txBody>
      </p:sp>
      <p:sp>
        <p:nvSpPr>
          <p:cNvPr id="670" name="Google Shape;670;p27"/>
          <p:cNvSpPr txBox="1"/>
          <p:nvPr>
            <p:ph idx="2" type="title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71" name="Google Shape;671;p27"/>
          <p:cNvSpPr txBox="1"/>
          <p:nvPr>
            <p:ph idx="3" type="subTitle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or Connect your data source to Power BI</a:t>
            </a:r>
            <a:endParaRPr/>
          </a:p>
        </p:txBody>
      </p:sp>
      <p:sp>
        <p:nvSpPr>
          <p:cNvPr id="672" name="Google Shape;672;p27"/>
          <p:cNvSpPr txBox="1"/>
          <p:nvPr>
            <p:ph idx="4" type="subTitle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 Data</a:t>
            </a:r>
            <a:endParaRPr/>
          </a:p>
        </p:txBody>
      </p:sp>
      <p:sp>
        <p:nvSpPr>
          <p:cNvPr id="673" name="Google Shape;673;p27"/>
          <p:cNvSpPr txBox="1"/>
          <p:nvPr>
            <p:ph idx="5" type="title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74" name="Google Shape;674;p27"/>
          <p:cNvSpPr txBox="1"/>
          <p:nvPr>
            <p:ph idx="6" type="subTitle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Power Query to clean, format, and process data</a:t>
            </a:r>
            <a:endParaRPr/>
          </a:p>
        </p:txBody>
      </p:sp>
      <p:sp>
        <p:nvSpPr>
          <p:cNvPr id="675" name="Google Shape;675;p27"/>
          <p:cNvSpPr txBox="1"/>
          <p:nvPr>
            <p:ph idx="7" type="subTitle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Data</a:t>
            </a:r>
            <a:endParaRPr/>
          </a:p>
        </p:txBody>
      </p:sp>
      <p:sp>
        <p:nvSpPr>
          <p:cNvPr id="676" name="Google Shape;676;p27"/>
          <p:cNvSpPr txBox="1"/>
          <p:nvPr>
            <p:ph idx="8" type="title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77" name="Google Shape;677;p27"/>
          <p:cNvSpPr txBox="1"/>
          <p:nvPr>
            <p:ph idx="9" type="subTitle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relationships and DAX build models</a:t>
            </a:r>
            <a:endParaRPr/>
          </a:p>
        </p:txBody>
      </p:sp>
      <p:sp>
        <p:nvSpPr>
          <p:cNvPr id="678" name="Google Shape;678;p27"/>
          <p:cNvSpPr txBox="1"/>
          <p:nvPr>
            <p:ph idx="13" type="subTitle"/>
          </p:nvPr>
        </p:nvSpPr>
        <p:spPr>
          <a:xfrm>
            <a:off x="2036400" y="3395477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Visuals</a:t>
            </a:r>
            <a:endParaRPr/>
          </a:p>
        </p:txBody>
      </p:sp>
      <p:sp>
        <p:nvSpPr>
          <p:cNvPr id="679" name="Google Shape;679;p27"/>
          <p:cNvSpPr txBox="1"/>
          <p:nvPr>
            <p:ph idx="14" type="title"/>
          </p:nvPr>
        </p:nvSpPr>
        <p:spPr>
          <a:xfrm>
            <a:off x="2646000" y="2943186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80" name="Google Shape;680;p27"/>
          <p:cNvSpPr txBox="1"/>
          <p:nvPr>
            <p:ph idx="15" type="subTitle"/>
          </p:nvPr>
        </p:nvSpPr>
        <p:spPr>
          <a:xfrm>
            <a:off x="2036550" y="3771577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features to create desired visuals based on your data</a:t>
            </a:r>
            <a:endParaRPr/>
          </a:p>
        </p:txBody>
      </p:sp>
      <p:sp>
        <p:nvSpPr>
          <p:cNvPr id="681" name="Google Shape;681;p27"/>
          <p:cNvSpPr txBox="1"/>
          <p:nvPr>
            <p:ph idx="16" type="subTitle"/>
          </p:nvPr>
        </p:nvSpPr>
        <p:spPr>
          <a:xfrm>
            <a:off x="5008950" y="3395477"/>
            <a:ext cx="2317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 &amp; SHare</a:t>
            </a:r>
            <a:endParaRPr/>
          </a:p>
        </p:txBody>
      </p:sp>
      <p:sp>
        <p:nvSpPr>
          <p:cNvPr id="682" name="Google Shape;682;p27"/>
          <p:cNvSpPr txBox="1"/>
          <p:nvPr>
            <p:ph idx="17" type="title"/>
          </p:nvPr>
        </p:nvSpPr>
        <p:spPr>
          <a:xfrm>
            <a:off x="5618550" y="2943186"/>
            <a:ext cx="10980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83" name="Google Shape;683;p27"/>
          <p:cNvSpPr txBox="1"/>
          <p:nvPr>
            <p:ph idx="18" type="subTitle"/>
          </p:nvPr>
        </p:nvSpPr>
        <p:spPr>
          <a:xfrm>
            <a:off x="5009088" y="3771577"/>
            <a:ext cx="23169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your dashboard with others!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8"/>
          <p:cNvSpPr txBox="1"/>
          <p:nvPr>
            <p:ph type="title"/>
          </p:nvPr>
        </p:nvSpPr>
        <p:spPr>
          <a:xfrm>
            <a:off x="893775" y="221550"/>
            <a:ext cx="28476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01</a:t>
            </a:r>
            <a:endParaRPr/>
          </a:p>
        </p:txBody>
      </p:sp>
      <p:sp>
        <p:nvSpPr>
          <p:cNvPr id="689" name="Google Shape;689;p28"/>
          <p:cNvSpPr txBox="1"/>
          <p:nvPr>
            <p:ph idx="2" type="title"/>
          </p:nvPr>
        </p:nvSpPr>
        <p:spPr>
          <a:xfrm>
            <a:off x="1006575" y="1456350"/>
            <a:ext cx="34641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 Data by clicking “Get Data”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connect with many </a:t>
            </a:r>
            <a:r>
              <a:rPr lang="en"/>
              <a:t>different</a:t>
            </a:r>
            <a:r>
              <a:rPr lang="en"/>
              <a:t> types of data sources such as CSV, XLSX, APIs, cloud sources, etc.</a:t>
            </a:r>
            <a:endParaRPr/>
          </a:p>
        </p:txBody>
      </p:sp>
      <p:grpSp>
        <p:nvGrpSpPr>
          <p:cNvPr id="690" name="Google Shape;690;p28"/>
          <p:cNvGrpSpPr/>
          <p:nvPr/>
        </p:nvGrpSpPr>
        <p:grpSpPr>
          <a:xfrm>
            <a:off x="7853302" y="3809821"/>
            <a:ext cx="1290848" cy="1290848"/>
            <a:chOff x="6198197" y="1098851"/>
            <a:chExt cx="2945797" cy="2945797"/>
          </a:xfrm>
        </p:grpSpPr>
        <p:sp>
          <p:nvSpPr>
            <p:cNvPr id="691" name="Google Shape;691;p28"/>
            <p:cNvSpPr/>
            <p:nvPr/>
          </p:nvSpPr>
          <p:spPr>
            <a:xfrm>
              <a:off x="7315562" y="1098851"/>
              <a:ext cx="1218960" cy="1218960"/>
            </a:xfrm>
            <a:custGeom>
              <a:rect b="b" l="l" r="r" t="t"/>
              <a:pathLst>
                <a:path extrusionOk="0" h="78289" w="78289">
                  <a:moveTo>
                    <a:pt x="39134" y="22835"/>
                  </a:moveTo>
                  <a:cubicBezTo>
                    <a:pt x="41240" y="22835"/>
                    <a:pt x="43361" y="23241"/>
                    <a:pt x="45375" y="24074"/>
                  </a:cubicBezTo>
                  <a:cubicBezTo>
                    <a:pt x="51475" y="26586"/>
                    <a:pt x="55454" y="32556"/>
                    <a:pt x="55454" y="39145"/>
                  </a:cubicBezTo>
                  <a:cubicBezTo>
                    <a:pt x="55454" y="48148"/>
                    <a:pt x="48148" y="55455"/>
                    <a:pt x="39145" y="55455"/>
                  </a:cubicBezTo>
                  <a:cubicBezTo>
                    <a:pt x="32555" y="55455"/>
                    <a:pt x="26586" y="51475"/>
                    <a:pt x="24074" y="45375"/>
                  </a:cubicBezTo>
                  <a:cubicBezTo>
                    <a:pt x="21562" y="39308"/>
                    <a:pt x="22932" y="32262"/>
                    <a:pt x="27597" y="27597"/>
                  </a:cubicBezTo>
                  <a:cubicBezTo>
                    <a:pt x="30714" y="24481"/>
                    <a:pt x="34893" y="22835"/>
                    <a:pt x="39134" y="22835"/>
                  </a:cubicBezTo>
                  <a:close/>
                  <a:moveTo>
                    <a:pt x="32621" y="1"/>
                  </a:moveTo>
                  <a:lnTo>
                    <a:pt x="32621" y="7177"/>
                  </a:lnTo>
                  <a:cubicBezTo>
                    <a:pt x="28543" y="8025"/>
                    <a:pt x="24629" y="9624"/>
                    <a:pt x="21171" y="11940"/>
                  </a:cubicBezTo>
                  <a:lnTo>
                    <a:pt x="16082" y="6851"/>
                  </a:lnTo>
                  <a:lnTo>
                    <a:pt x="6851" y="16083"/>
                  </a:lnTo>
                  <a:lnTo>
                    <a:pt x="11940" y="21171"/>
                  </a:lnTo>
                  <a:cubicBezTo>
                    <a:pt x="9624" y="24629"/>
                    <a:pt x="8025" y="28543"/>
                    <a:pt x="7177" y="32621"/>
                  </a:cubicBezTo>
                  <a:lnTo>
                    <a:pt x="1" y="32621"/>
                  </a:lnTo>
                  <a:lnTo>
                    <a:pt x="1" y="45669"/>
                  </a:lnTo>
                  <a:lnTo>
                    <a:pt x="7177" y="45669"/>
                  </a:lnTo>
                  <a:cubicBezTo>
                    <a:pt x="8025" y="49746"/>
                    <a:pt x="9624" y="53661"/>
                    <a:pt x="11940" y="57118"/>
                  </a:cubicBezTo>
                  <a:lnTo>
                    <a:pt x="6851" y="62207"/>
                  </a:lnTo>
                  <a:lnTo>
                    <a:pt x="16082" y="71438"/>
                  </a:lnTo>
                  <a:lnTo>
                    <a:pt x="21171" y="66350"/>
                  </a:lnTo>
                  <a:cubicBezTo>
                    <a:pt x="24629" y="68666"/>
                    <a:pt x="28543" y="70264"/>
                    <a:pt x="32621" y="71112"/>
                  </a:cubicBezTo>
                  <a:lnTo>
                    <a:pt x="32621" y="78289"/>
                  </a:lnTo>
                  <a:lnTo>
                    <a:pt x="45668" y="78289"/>
                  </a:lnTo>
                  <a:lnTo>
                    <a:pt x="45668" y="71112"/>
                  </a:lnTo>
                  <a:cubicBezTo>
                    <a:pt x="49746" y="70264"/>
                    <a:pt x="53660" y="68666"/>
                    <a:pt x="57118" y="66350"/>
                  </a:cubicBezTo>
                  <a:lnTo>
                    <a:pt x="62207" y="71438"/>
                  </a:lnTo>
                  <a:lnTo>
                    <a:pt x="71438" y="62207"/>
                  </a:lnTo>
                  <a:lnTo>
                    <a:pt x="66349" y="57118"/>
                  </a:lnTo>
                  <a:cubicBezTo>
                    <a:pt x="68665" y="53661"/>
                    <a:pt x="70264" y="49746"/>
                    <a:pt x="71112" y="45669"/>
                  </a:cubicBezTo>
                  <a:lnTo>
                    <a:pt x="78288" y="45669"/>
                  </a:lnTo>
                  <a:lnTo>
                    <a:pt x="78288" y="32621"/>
                  </a:lnTo>
                  <a:lnTo>
                    <a:pt x="71112" y="32621"/>
                  </a:lnTo>
                  <a:cubicBezTo>
                    <a:pt x="70264" y="28543"/>
                    <a:pt x="68665" y="24629"/>
                    <a:pt x="66349" y="21171"/>
                  </a:cubicBezTo>
                  <a:lnTo>
                    <a:pt x="71438" y="16083"/>
                  </a:lnTo>
                  <a:lnTo>
                    <a:pt x="62207" y="6851"/>
                  </a:lnTo>
                  <a:lnTo>
                    <a:pt x="57118" y="11940"/>
                  </a:lnTo>
                  <a:cubicBezTo>
                    <a:pt x="53660" y="9624"/>
                    <a:pt x="49746" y="8025"/>
                    <a:pt x="45668" y="7177"/>
                  </a:cubicBezTo>
                  <a:lnTo>
                    <a:pt x="45668" y="1"/>
                  </a:lnTo>
                  <a:close/>
                </a:path>
              </a:pathLst>
            </a:custGeom>
            <a:solidFill>
              <a:srgbClr val="35C2DF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7213984" y="2419374"/>
              <a:ext cx="355541" cy="152384"/>
            </a:xfrm>
            <a:custGeom>
              <a:rect b="b" l="l" r="r" t="t"/>
              <a:pathLst>
                <a:path extrusionOk="0" h="9787" w="22835">
                  <a:moveTo>
                    <a:pt x="1" y="1"/>
                  </a:moveTo>
                  <a:lnTo>
                    <a:pt x="1" y="9787"/>
                  </a:lnTo>
                  <a:lnTo>
                    <a:pt x="22835" y="9787"/>
                  </a:lnTo>
                  <a:lnTo>
                    <a:pt x="22835" y="1"/>
                  </a:lnTo>
                  <a:close/>
                </a:path>
              </a:pathLst>
            </a:custGeom>
            <a:solidFill>
              <a:srgbClr val="4B6275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6283022" y="3307176"/>
              <a:ext cx="698875" cy="536854"/>
            </a:xfrm>
            <a:custGeom>
              <a:rect b="b" l="l" r="r" t="t"/>
              <a:pathLst>
                <a:path extrusionOk="0" h="34480" w="44886">
                  <a:moveTo>
                    <a:pt x="12722" y="0"/>
                  </a:moveTo>
                  <a:lnTo>
                    <a:pt x="9004" y="5350"/>
                  </a:lnTo>
                  <a:lnTo>
                    <a:pt x="21497" y="14092"/>
                  </a:lnTo>
                  <a:lnTo>
                    <a:pt x="0" y="29130"/>
                  </a:lnTo>
                  <a:lnTo>
                    <a:pt x="3752" y="34479"/>
                  </a:lnTo>
                  <a:lnTo>
                    <a:pt x="27173" y="18072"/>
                  </a:lnTo>
                  <a:lnTo>
                    <a:pt x="39666" y="26814"/>
                  </a:lnTo>
                  <a:lnTo>
                    <a:pt x="43418" y="21464"/>
                  </a:lnTo>
                  <a:lnTo>
                    <a:pt x="32849" y="14092"/>
                  </a:lnTo>
                  <a:lnTo>
                    <a:pt x="44885" y="5676"/>
                  </a:lnTo>
                  <a:lnTo>
                    <a:pt x="41134" y="326"/>
                  </a:lnTo>
                  <a:lnTo>
                    <a:pt x="27173" y="10112"/>
                  </a:lnTo>
                  <a:lnTo>
                    <a:pt x="1272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6807669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" y="0"/>
                  </a:moveTo>
                  <a:lnTo>
                    <a:pt x="19573" y="58716"/>
                  </a:lnTo>
                  <a:lnTo>
                    <a:pt x="26097" y="58716"/>
                  </a:lnTo>
                  <a:lnTo>
                    <a:pt x="143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6198197" y="3130425"/>
              <a:ext cx="406330" cy="914224"/>
            </a:xfrm>
            <a:custGeom>
              <a:rect b="b" l="l" r="r" t="t"/>
              <a:pathLst>
                <a:path extrusionOk="0" h="58717" w="26097">
                  <a:moveTo>
                    <a:pt x="11744" y="0"/>
                  </a:moveTo>
                  <a:lnTo>
                    <a:pt x="1" y="58716"/>
                  </a:lnTo>
                  <a:lnTo>
                    <a:pt x="6525" y="58716"/>
                  </a:lnTo>
                  <a:lnTo>
                    <a:pt x="260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6198197" y="2267006"/>
              <a:ext cx="1371328" cy="1015802"/>
            </a:xfrm>
            <a:custGeom>
              <a:rect b="b" l="l" r="r" t="t"/>
              <a:pathLst>
                <a:path extrusionOk="0" h="65241" w="88075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lnTo>
                    <a:pt x="1" y="39144"/>
                  </a:lnTo>
                  <a:cubicBezTo>
                    <a:pt x="1" y="53562"/>
                    <a:pt x="11679" y="65240"/>
                    <a:pt x="26097" y="65240"/>
                  </a:cubicBezTo>
                  <a:lnTo>
                    <a:pt x="88075" y="65240"/>
                  </a:lnTo>
                  <a:lnTo>
                    <a:pt x="88075" y="48930"/>
                  </a:lnTo>
                  <a:lnTo>
                    <a:pt x="32621" y="48930"/>
                  </a:lnTo>
                  <a:cubicBezTo>
                    <a:pt x="23618" y="48930"/>
                    <a:pt x="16311" y="41624"/>
                    <a:pt x="16311" y="32621"/>
                  </a:cubicBezTo>
                  <a:lnTo>
                    <a:pt x="16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6706090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78289" y="75026"/>
                  </a:lnTo>
                  <a:lnTo>
                    <a:pt x="84812" y="75026"/>
                  </a:lnTo>
                  <a:lnTo>
                    <a:pt x="97860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7925034" y="3841476"/>
              <a:ext cx="507909" cy="203173"/>
            </a:xfrm>
            <a:custGeom>
              <a:rect b="b" l="l" r="r" t="t"/>
              <a:pathLst>
                <a:path extrusionOk="0" h="13049" w="32621">
                  <a:moveTo>
                    <a:pt x="19572" y="0"/>
                  </a:moveTo>
                  <a:lnTo>
                    <a:pt x="6524" y="6524"/>
                  </a:lnTo>
                  <a:lnTo>
                    <a:pt x="1" y="6524"/>
                  </a:lnTo>
                  <a:lnTo>
                    <a:pt x="1" y="13048"/>
                  </a:lnTo>
                  <a:lnTo>
                    <a:pt x="32620" y="13048"/>
                  </a:lnTo>
                  <a:lnTo>
                    <a:pt x="32620" y="6524"/>
                  </a:lnTo>
                  <a:lnTo>
                    <a:pt x="19572" y="0"/>
                  </a:lnTo>
                  <a:close/>
                </a:path>
              </a:pathLst>
            </a:custGeom>
            <a:solidFill>
              <a:srgbClr val="794BC8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6283022" y="1962270"/>
              <a:ext cx="1184924" cy="812645"/>
            </a:xfrm>
            <a:custGeom>
              <a:rect b="b" l="l" r="r" t="t"/>
              <a:pathLst>
                <a:path extrusionOk="0" h="52193" w="76103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55715" y="29359"/>
                  </a:lnTo>
                  <a:lnTo>
                    <a:pt x="76103" y="29359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6283022" y="1962270"/>
              <a:ext cx="945706" cy="812645"/>
            </a:xfrm>
            <a:custGeom>
              <a:rect b="b" l="l" r="r" t="t"/>
              <a:pathLst>
                <a:path extrusionOk="0" h="52193" w="60739">
                  <a:moveTo>
                    <a:pt x="18170" y="1"/>
                  </a:moveTo>
                  <a:cubicBezTo>
                    <a:pt x="6394" y="1"/>
                    <a:pt x="0" y="13766"/>
                    <a:pt x="7601" y="22769"/>
                  </a:cubicBezTo>
                  <a:lnTo>
                    <a:pt x="7601" y="52193"/>
                  </a:lnTo>
                  <a:lnTo>
                    <a:pt x="43483" y="52193"/>
                  </a:lnTo>
                  <a:lnTo>
                    <a:pt x="43483" y="26097"/>
                  </a:lnTo>
                  <a:cubicBezTo>
                    <a:pt x="45473" y="24107"/>
                    <a:pt x="46190" y="21138"/>
                    <a:pt x="45277" y="18464"/>
                  </a:cubicBezTo>
                  <a:lnTo>
                    <a:pt x="43483" y="13049"/>
                  </a:lnTo>
                  <a:lnTo>
                    <a:pt x="43483" y="13049"/>
                  </a:lnTo>
                  <a:lnTo>
                    <a:pt x="50463" y="22378"/>
                  </a:lnTo>
                  <a:lnTo>
                    <a:pt x="60739" y="12103"/>
                  </a:lnTo>
                  <a:lnTo>
                    <a:pt x="53888" y="4372"/>
                  </a:lnTo>
                  <a:cubicBezTo>
                    <a:pt x="51409" y="1599"/>
                    <a:pt x="47886" y="1"/>
                    <a:pt x="44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6756880" y="2571742"/>
              <a:ext cx="2387115" cy="203173"/>
            </a:xfrm>
            <a:custGeom>
              <a:rect b="b" l="l" r="r" t="t"/>
              <a:pathLst>
                <a:path extrusionOk="0" h="13049" w="153315">
                  <a:moveTo>
                    <a:pt x="1" y="1"/>
                  </a:moveTo>
                  <a:lnTo>
                    <a:pt x="1" y="13049"/>
                  </a:lnTo>
                  <a:lnTo>
                    <a:pt x="153314" y="13049"/>
                  </a:lnTo>
                  <a:lnTo>
                    <a:pt x="1533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6381051" y="2302942"/>
              <a:ext cx="141718" cy="131302"/>
            </a:xfrm>
            <a:custGeom>
              <a:rect b="b" l="l" r="r" t="t"/>
              <a:pathLst>
                <a:path extrusionOk="0" h="8433" w="9102">
                  <a:moveTo>
                    <a:pt x="3605" y="1"/>
                  </a:moveTo>
                  <a:cubicBezTo>
                    <a:pt x="2773" y="1"/>
                    <a:pt x="1941" y="319"/>
                    <a:pt x="1305" y="955"/>
                  </a:cubicBezTo>
                  <a:cubicBezTo>
                    <a:pt x="0" y="2227"/>
                    <a:pt x="0" y="4282"/>
                    <a:pt x="1305" y="5554"/>
                  </a:cubicBezTo>
                  <a:lnTo>
                    <a:pt x="3197" y="7479"/>
                  </a:lnTo>
                  <a:cubicBezTo>
                    <a:pt x="3833" y="8115"/>
                    <a:pt x="4665" y="8433"/>
                    <a:pt x="5501" y="8433"/>
                  </a:cubicBezTo>
                  <a:cubicBezTo>
                    <a:pt x="6337" y="8433"/>
                    <a:pt x="7176" y="8115"/>
                    <a:pt x="7829" y="7479"/>
                  </a:cubicBezTo>
                  <a:cubicBezTo>
                    <a:pt x="9101" y="6206"/>
                    <a:pt x="9101" y="4151"/>
                    <a:pt x="7829" y="2847"/>
                  </a:cubicBezTo>
                  <a:lnTo>
                    <a:pt x="5904" y="955"/>
                  </a:lnTo>
                  <a:cubicBezTo>
                    <a:pt x="5268" y="319"/>
                    <a:pt x="4436" y="1"/>
                    <a:pt x="3605" y="1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6498371" y="2115152"/>
              <a:ext cx="176766" cy="166724"/>
            </a:xfrm>
            <a:custGeom>
              <a:rect b="b" l="l" r="r" t="t"/>
              <a:pathLst>
                <a:path extrusionOk="0" h="10708" w="11353">
                  <a:moveTo>
                    <a:pt x="3601" y="0"/>
                  </a:moveTo>
                  <a:cubicBezTo>
                    <a:pt x="2765" y="0"/>
                    <a:pt x="1925" y="327"/>
                    <a:pt x="1272" y="979"/>
                  </a:cubicBezTo>
                  <a:cubicBezTo>
                    <a:pt x="0" y="2251"/>
                    <a:pt x="0" y="4306"/>
                    <a:pt x="1272" y="5578"/>
                  </a:cubicBezTo>
                  <a:lnTo>
                    <a:pt x="5448" y="9754"/>
                  </a:lnTo>
                  <a:cubicBezTo>
                    <a:pt x="6084" y="10390"/>
                    <a:pt x="6916" y="10708"/>
                    <a:pt x="7752" y="10708"/>
                  </a:cubicBezTo>
                  <a:cubicBezTo>
                    <a:pt x="8587" y="10708"/>
                    <a:pt x="9427" y="10390"/>
                    <a:pt x="10080" y="9754"/>
                  </a:cubicBezTo>
                  <a:cubicBezTo>
                    <a:pt x="11352" y="8481"/>
                    <a:pt x="11352" y="6426"/>
                    <a:pt x="10080" y="5122"/>
                  </a:cubicBezTo>
                  <a:lnTo>
                    <a:pt x="5904" y="979"/>
                  </a:lnTo>
                  <a:cubicBezTo>
                    <a:pt x="5268" y="327"/>
                    <a:pt x="4437" y="0"/>
                    <a:pt x="3601" y="0"/>
                  </a:cubicBezTo>
                  <a:close/>
                </a:path>
              </a:pathLst>
            </a:custGeom>
            <a:solidFill>
              <a:srgbClr val="B394EB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6655301" y="1809902"/>
              <a:ext cx="203173" cy="304752"/>
            </a:xfrm>
            <a:custGeom>
              <a:rect b="b" l="l" r="r" t="t"/>
              <a:pathLst>
                <a:path extrusionOk="0" h="19573" w="13049">
                  <a:moveTo>
                    <a:pt x="1" y="1"/>
                  </a:moveTo>
                  <a:lnTo>
                    <a:pt x="1" y="13049"/>
                  </a:lnTo>
                  <a:lnTo>
                    <a:pt x="6525" y="19573"/>
                  </a:lnTo>
                  <a:lnTo>
                    <a:pt x="13049" y="13049"/>
                  </a:lnTo>
                  <a:lnTo>
                    <a:pt x="13049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6502933" y="2267006"/>
              <a:ext cx="761856" cy="304752"/>
            </a:xfrm>
            <a:custGeom>
              <a:rect b="b" l="l" r="r" t="t"/>
              <a:pathLst>
                <a:path extrusionOk="0" h="19573" w="48931">
                  <a:moveTo>
                    <a:pt x="9787" y="1"/>
                  </a:moveTo>
                  <a:lnTo>
                    <a:pt x="1" y="9787"/>
                  </a:lnTo>
                  <a:lnTo>
                    <a:pt x="5970" y="15756"/>
                  </a:lnTo>
                  <a:cubicBezTo>
                    <a:pt x="8417" y="18203"/>
                    <a:pt x="11744" y="19573"/>
                    <a:pt x="15202" y="19573"/>
                  </a:cubicBezTo>
                  <a:lnTo>
                    <a:pt x="48931" y="19573"/>
                  </a:lnTo>
                  <a:lnTo>
                    <a:pt x="48931" y="16311"/>
                  </a:lnTo>
                  <a:cubicBezTo>
                    <a:pt x="48931" y="10896"/>
                    <a:pt x="44560" y="6525"/>
                    <a:pt x="39145" y="6525"/>
                  </a:cubicBezTo>
                  <a:lnTo>
                    <a:pt x="16311" y="6525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7518720" y="2063849"/>
              <a:ext cx="457120" cy="507909"/>
            </a:xfrm>
            <a:custGeom>
              <a:rect b="b" l="l" r="r" t="t"/>
              <a:pathLst>
                <a:path extrusionOk="0" h="32621" w="29359">
                  <a:moveTo>
                    <a:pt x="6525" y="1"/>
                  </a:moveTo>
                  <a:lnTo>
                    <a:pt x="1" y="32621"/>
                  </a:lnTo>
                  <a:lnTo>
                    <a:pt x="22835" y="32621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6401354" y="2774900"/>
              <a:ext cx="1523696" cy="1168170"/>
            </a:xfrm>
            <a:custGeom>
              <a:rect b="b" l="l" r="r" t="t"/>
              <a:pathLst>
                <a:path extrusionOk="0" h="75027" w="97861">
                  <a:moveTo>
                    <a:pt x="1" y="1"/>
                  </a:moveTo>
                  <a:cubicBezTo>
                    <a:pt x="1" y="10798"/>
                    <a:pt x="8776" y="19572"/>
                    <a:pt x="19573" y="19572"/>
                  </a:cubicBezTo>
                  <a:lnTo>
                    <a:pt x="65241" y="19572"/>
                  </a:lnTo>
                  <a:lnTo>
                    <a:pt x="84813" y="75026"/>
                  </a:lnTo>
                  <a:lnTo>
                    <a:pt x="97861" y="68502"/>
                  </a:lnTo>
                  <a:lnTo>
                    <a:pt x="83932" y="10015"/>
                  </a:lnTo>
                  <a:cubicBezTo>
                    <a:pt x="82529" y="4143"/>
                    <a:pt x="77277" y="1"/>
                    <a:pt x="7124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7721877" y="3841476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3049" y="0"/>
                  </a:moveTo>
                  <a:lnTo>
                    <a:pt x="1" y="6524"/>
                  </a:lnTo>
                  <a:lnTo>
                    <a:pt x="1" y="13048"/>
                  </a:lnTo>
                  <a:lnTo>
                    <a:pt x="26096" y="13048"/>
                  </a:lnTo>
                  <a:lnTo>
                    <a:pt x="26096" y="6524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8128192" y="1555955"/>
              <a:ext cx="1015802" cy="660277"/>
            </a:xfrm>
            <a:custGeom>
              <a:rect b="b" l="l" r="r" t="t"/>
              <a:pathLst>
                <a:path extrusionOk="0" h="42407" w="65241">
                  <a:moveTo>
                    <a:pt x="0" y="1"/>
                  </a:moveTo>
                  <a:lnTo>
                    <a:pt x="0" y="42407"/>
                  </a:lnTo>
                  <a:lnTo>
                    <a:pt x="65240" y="42407"/>
                  </a:lnTo>
                  <a:lnTo>
                    <a:pt x="65240" y="1"/>
                  </a:lnTo>
                  <a:close/>
                </a:path>
              </a:pathLst>
            </a:custGeom>
            <a:solidFill>
              <a:srgbClr val="8098AB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8178981" y="1962270"/>
              <a:ext cx="609488" cy="609488"/>
            </a:xfrm>
            <a:custGeom>
              <a:rect b="b" l="l" r="r" t="t"/>
              <a:pathLst>
                <a:path extrusionOk="0" h="39145" w="39145">
                  <a:moveTo>
                    <a:pt x="22834" y="1"/>
                  </a:moveTo>
                  <a:lnTo>
                    <a:pt x="22834" y="29359"/>
                  </a:lnTo>
                  <a:lnTo>
                    <a:pt x="0" y="29359"/>
                  </a:lnTo>
                  <a:lnTo>
                    <a:pt x="0" y="39145"/>
                  </a:lnTo>
                  <a:lnTo>
                    <a:pt x="39144" y="39145"/>
                  </a:lnTo>
                  <a:lnTo>
                    <a:pt x="39144" y="1"/>
                  </a:lnTo>
                  <a:close/>
                </a:path>
              </a:pathLst>
            </a:custGeom>
            <a:solidFill>
              <a:srgbClr val="62798C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848371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0" y="1"/>
                  </a:moveTo>
                  <a:lnTo>
                    <a:pt x="0" y="13048"/>
                  </a:lnTo>
                  <a:lnTo>
                    <a:pt x="26096" y="13048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863608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0" y="1"/>
                  </a:moveTo>
                  <a:lnTo>
                    <a:pt x="0" y="13048"/>
                  </a:lnTo>
                  <a:lnTo>
                    <a:pt x="6524" y="13048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833134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6" y="0"/>
                  </a:moveTo>
                  <a:lnTo>
                    <a:pt x="0" y="68502"/>
                  </a:lnTo>
                  <a:lnTo>
                    <a:pt x="9786" y="68502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8686875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0" y="0"/>
                  </a:moveTo>
                  <a:lnTo>
                    <a:pt x="13048" y="68502"/>
                  </a:lnTo>
                  <a:lnTo>
                    <a:pt x="22834" y="68502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6960037" y="2774900"/>
              <a:ext cx="406330" cy="203173"/>
            </a:xfrm>
            <a:custGeom>
              <a:rect b="b" l="l" r="r" t="t"/>
              <a:pathLst>
                <a:path extrusionOk="0" h="13049" w="26097">
                  <a:moveTo>
                    <a:pt x="1" y="1"/>
                  </a:moveTo>
                  <a:lnTo>
                    <a:pt x="1" y="13048"/>
                  </a:lnTo>
                  <a:lnTo>
                    <a:pt x="26097" y="13048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7112405" y="2774900"/>
              <a:ext cx="101594" cy="203173"/>
            </a:xfrm>
            <a:custGeom>
              <a:rect b="b" l="l" r="r" t="t"/>
              <a:pathLst>
                <a:path extrusionOk="0" h="13049" w="6525">
                  <a:moveTo>
                    <a:pt x="1" y="1"/>
                  </a:moveTo>
                  <a:lnTo>
                    <a:pt x="1" y="13048"/>
                  </a:lnTo>
                  <a:lnTo>
                    <a:pt x="6525" y="13048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6807669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9787" y="0"/>
                  </a:moveTo>
                  <a:lnTo>
                    <a:pt x="1" y="68502"/>
                  </a:lnTo>
                  <a:lnTo>
                    <a:pt x="9787" y="68502"/>
                  </a:lnTo>
                  <a:lnTo>
                    <a:pt x="22835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7163194" y="2978057"/>
              <a:ext cx="355541" cy="1066592"/>
            </a:xfrm>
            <a:custGeom>
              <a:rect b="b" l="l" r="r" t="t"/>
              <a:pathLst>
                <a:path extrusionOk="0" h="68503" w="22835">
                  <a:moveTo>
                    <a:pt x="1" y="0"/>
                  </a:moveTo>
                  <a:lnTo>
                    <a:pt x="13049" y="68502"/>
                  </a:lnTo>
                  <a:lnTo>
                    <a:pt x="22835" y="68502"/>
                  </a:lnTo>
                  <a:lnTo>
                    <a:pt x="13049" y="0"/>
                  </a:lnTo>
                  <a:close/>
                </a:path>
              </a:pathLst>
            </a:custGeom>
            <a:solidFill>
              <a:srgbClr val="6971E5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6706090" y="1809902"/>
              <a:ext cx="152384" cy="203173"/>
            </a:xfrm>
            <a:custGeom>
              <a:rect b="b" l="l" r="r" t="t"/>
              <a:pathLst>
                <a:path extrusionOk="0" h="13049" w="9787">
                  <a:moveTo>
                    <a:pt x="1" y="1"/>
                  </a:moveTo>
                  <a:lnTo>
                    <a:pt x="1" y="6525"/>
                  </a:lnTo>
                  <a:cubicBezTo>
                    <a:pt x="1" y="10113"/>
                    <a:pt x="2937" y="13049"/>
                    <a:pt x="6525" y="13049"/>
                  </a:cubicBezTo>
                  <a:lnTo>
                    <a:pt x="9787" y="13049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6502933" y="1505166"/>
              <a:ext cx="304752" cy="304752"/>
            </a:xfrm>
            <a:custGeom>
              <a:rect b="b" l="l" r="r" t="t"/>
              <a:pathLst>
                <a:path extrusionOk="0" h="19573" w="19573">
                  <a:moveTo>
                    <a:pt x="9787" y="1"/>
                  </a:moveTo>
                  <a:cubicBezTo>
                    <a:pt x="4372" y="1"/>
                    <a:pt x="1" y="4372"/>
                    <a:pt x="1" y="9787"/>
                  </a:cubicBezTo>
                  <a:cubicBezTo>
                    <a:pt x="1" y="15202"/>
                    <a:pt x="4372" y="19573"/>
                    <a:pt x="9787" y="19573"/>
                  </a:cubicBezTo>
                  <a:cubicBezTo>
                    <a:pt x="15202" y="19573"/>
                    <a:pt x="19573" y="15202"/>
                    <a:pt x="19573" y="9787"/>
                  </a:cubicBezTo>
                  <a:cubicBezTo>
                    <a:pt x="19573" y="4372"/>
                    <a:pt x="15202" y="1"/>
                    <a:pt x="9787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8"/>
            <p:cNvSpPr/>
            <p:nvPr/>
          </p:nvSpPr>
          <p:spPr>
            <a:xfrm>
              <a:off x="6655301" y="1606745"/>
              <a:ext cx="203173" cy="203173"/>
            </a:xfrm>
            <a:custGeom>
              <a:rect b="b" l="l" r="r" t="t"/>
              <a:pathLst>
                <a:path extrusionOk="0" h="13049" w="13049">
                  <a:moveTo>
                    <a:pt x="6525" y="1"/>
                  </a:moveTo>
                  <a:cubicBezTo>
                    <a:pt x="2937" y="1"/>
                    <a:pt x="1" y="2937"/>
                    <a:pt x="1" y="6525"/>
                  </a:cubicBezTo>
                  <a:lnTo>
                    <a:pt x="1" y="13049"/>
                  </a:lnTo>
                  <a:lnTo>
                    <a:pt x="13049" y="13049"/>
                  </a:lnTo>
                  <a:lnTo>
                    <a:pt x="13049" y="6525"/>
                  </a:lnTo>
                  <a:cubicBezTo>
                    <a:pt x="13049" y="2937"/>
                    <a:pt x="10113" y="1"/>
                    <a:pt x="6525" y="1"/>
                  </a:cubicBezTo>
                  <a:close/>
                </a:path>
              </a:pathLst>
            </a:custGeom>
            <a:solidFill>
              <a:srgbClr val="8E7CC3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8"/>
            <p:cNvSpPr/>
            <p:nvPr/>
          </p:nvSpPr>
          <p:spPr>
            <a:xfrm>
              <a:off x="6655301" y="1708323"/>
              <a:ext cx="203173" cy="253962"/>
            </a:xfrm>
            <a:custGeom>
              <a:rect b="b" l="l" r="r" t="t"/>
              <a:pathLst>
                <a:path extrusionOk="0" h="16311" w="13049">
                  <a:moveTo>
                    <a:pt x="3263" y="1"/>
                  </a:moveTo>
                  <a:lnTo>
                    <a:pt x="1" y="3263"/>
                  </a:lnTo>
                  <a:lnTo>
                    <a:pt x="1" y="9787"/>
                  </a:lnTo>
                  <a:cubicBezTo>
                    <a:pt x="1" y="13375"/>
                    <a:pt x="2937" y="16311"/>
                    <a:pt x="6525" y="16311"/>
                  </a:cubicBezTo>
                  <a:cubicBezTo>
                    <a:pt x="10113" y="16311"/>
                    <a:pt x="13049" y="13375"/>
                    <a:pt x="13049" y="9787"/>
                  </a:cubicBezTo>
                  <a:lnTo>
                    <a:pt x="13049" y="3263"/>
                  </a:lnTo>
                  <a:lnTo>
                    <a:pt x="11124" y="3263"/>
                  </a:lnTo>
                  <a:cubicBezTo>
                    <a:pt x="8188" y="3263"/>
                    <a:pt x="5350" y="2088"/>
                    <a:pt x="3263" y="1"/>
                  </a:cubicBez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49625" lIns="49625" spcFirstLastPara="1" rIns="49625" wrap="square" tIns="496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3" name="Google Shape;723;p28"/>
          <p:cNvGrpSpPr/>
          <p:nvPr/>
        </p:nvGrpSpPr>
        <p:grpSpPr>
          <a:xfrm>
            <a:off x="672300" y="1013625"/>
            <a:ext cx="95400" cy="3116250"/>
            <a:chOff x="4524300" y="1013625"/>
            <a:chExt cx="95400" cy="3116250"/>
          </a:xfrm>
        </p:grpSpPr>
        <p:sp>
          <p:nvSpPr>
            <p:cNvPr id="724" name="Google Shape;724;p28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8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30" name="Google Shape;730;p28" title="Screenshot 2026-02-22 1709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675" y="369350"/>
            <a:ext cx="4528949" cy="334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9"/>
          <p:cNvSpPr txBox="1"/>
          <p:nvPr>
            <p:ph type="title"/>
          </p:nvPr>
        </p:nvSpPr>
        <p:spPr>
          <a:xfrm>
            <a:off x="278175" y="103300"/>
            <a:ext cx="28476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02</a:t>
            </a:r>
            <a:endParaRPr/>
          </a:p>
        </p:txBody>
      </p:sp>
      <p:sp>
        <p:nvSpPr>
          <p:cNvPr id="736" name="Google Shape;736;p29"/>
          <p:cNvSpPr txBox="1"/>
          <p:nvPr>
            <p:ph idx="2" type="title"/>
          </p:nvPr>
        </p:nvSpPr>
        <p:spPr>
          <a:xfrm>
            <a:off x="278175" y="1239575"/>
            <a:ext cx="34641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Transform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Processing and cleaning data is done in this window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 Query Editor</a:t>
            </a:r>
            <a:endParaRPr/>
          </a:p>
        </p:txBody>
      </p:sp>
      <p:grpSp>
        <p:nvGrpSpPr>
          <p:cNvPr id="737" name="Google Shape;737;p29"/>
          <p:cNvGrpSpPr/>
          <p:nvPr/>
        </p:nvGrpSpPr>
        <p:grpSpPr>
          <a:xfrm>
            <a:off x="278175" y="1053050"/>
            <a:ext cx="95400" cy="3116250"/>
            <a:chOff x="4524300" y="1013625"/>
            <a:chExt cx="95400" cy="3116250"/>
          </a:xfrm>
        </p:grpSpPr>
        <p:sp>
          <p:nvSpPr>
            <p:cNvPr id="738" name="Google Shape;738;p29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4" name="Google Shape;744;p29"/>
          <p:cNvGrpSpPr/>
          <p:nvPr/>
        </p:nvGrpSpPr>
        <p:grpSpPr>
          <a:xfrm>
            <a:off x="7859897" y="3816888"/>
            <a:ext cx="1284096" cy="1326616"/>
            <a:chOff x="6945936" y="1456203"/>
            <a:chExt cx="2159597" cy="2231107"/>
          </a:xfrm>
        </p:grpSpPr>
        <p:sp>
          <p:nvSpPr>
            <p:cNvPr id="745" name="Google Shape;745;p29"/>
            <p:cNvSpPr/>
            <p:nvPr/>
          </p:nvSpPr>
          <p:spPr>
            <a:xfrm>
              <a:off x="7643769" y="1456203"/>
              <a:ext cx="1461763" cy="1846434"/>
            </a:xfrm>
            <a:custGeom>
              <a:rect b="b" l="l" r="r" t="t"/>
              <a:pathLst>
                <a:path extrusionOk="0" h="156577" w="123957">
                  <a:moveTo>
                    <a:pt x="1" y="1"/>
                  </a:moveTo>
                  <a:lnTo>
                    <a:pt x="1" y="16311"/>
                  </a:lnTo>
                  <a:lnTo>
                    <a:pt x="107646" y="16311"/>
                  </a:lnTo>
                  <a:lnTo>
                    <a:pt x="107646" y="156576"/>
                  </a:lnTo>
                  <a:lnTo>
                    <a:pt x="123956" y="156576"/>
                  </a:lnTo>
                  <a:lnTo>
                    <a:pt x="123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7451434" y="1648538"/>
              <a:ext cx="1461763" cy="1846434"/>
            </a:xfrm>
            <a:custGeom>
              <a:rect b="b" l="l" r="r" t="t"/>
              <a:pathLst>
                <a:path extrusionOk="0" h="156577" w="123957">
                  <a:moveTo>
                    <a:pt x="1" y="1"/>
                  </a:moveTo>
                  <a:lnTo>
                    <a:pt x="1" y="16311"/>
                  </a:lnTo>
                  <a:lnTo>
                    <a:pt x="81550" y="16311"/>
                  </a:lnTo>
                  <a:lnTo>
                    <a:pt x="107646" y="42407"/>
                  </a:lnTo>
                  <a:lnTo>
                    <a:pt x="107646" y="156576"/>
                  </a:lnTo>
                  <a:lnTo>
                    <a:pt x="123956" y="156576"/>
                  </a:lnTo>
                  <a:lnTo>
                    <a:pt x="123956" y="140266"/>
                  </a:lnTo>
                  <a:lnTo>
                    <a:pt x="1239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7259100" y="1840875"/>
              <a:ext cx="1487174" cy="1846434"/>
            </a:xfrm>
            <a:custGeom>
              <a:rect b="b" l="l" r="r" t="t"/>
              <a:pathLst>
                <a:path extrusionOk="0" h="156577" w="123957">
                  <a:moveTo>
                    <a:pt x="1" y="1"/>
                  </a:moveTo>
                  <a:lnTo>
                    <a:pt x="1" y="156576"/>
                  </a:lnTo>
                  <a:lnTo>
                    <a:pt x="123956" y="156576"/>
                  </a:lnTo>
                  <a:lnTo>
                    <a:pt x="123956" y="27043"/>
                  </a:lnTo>
                  <a:lnTo>
                    <a:pt x="980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6945936" y="2917954"/>
              <a:ext cx="769354" cy="769354"/>
            </a:xfrm>
            <a:custGeom>
              <a:rect b="b" l="l" r="r" t="t"/>
              <a:pathLst>
                <a:path extrusionOk="0" h="65241" w="65241">
                  <a:moveTo>
                    <a:pt x="26097" y="0"/>
                  </a:moveTo>
                  <a:lnTo>
                    <a:pt x="26097" y="10732"/>
                  </a:lnTo>
                  <a:cubicBezTo>
                    <a:pt x="24596" y="11189"/>
                    <a:pt x="23128" y="11776"/>
                    <a:pt x="21758" y="12526"/>
                  </a:cubicBezTo>
                  <a:lnTo>
                    <a:pt x="21726" y="12526"/>
                  </a:lnTo>
                  <a:lnTo>
                    <a:pt x="14158" y="4926"/>
                  </a:lnTo>
                  <a:lnTo>
                    <a:pt x="4927" y="14157"/>
                  </a:lnTo>
                  <a:lnTo>
                    <a:pt x="12527" y="21758"/>
                  </a:lnTo>
                  <a:cubicBezTo>
                    <a:pt x="11777" y="23128"/>
                    <a:pt x="11190" y="24596"/>
                    <a:pt x="10733" y="26096"/>
                  </a:cubicBezTo>
                  <a:lnTo>
                    <a:pt x="1" y="26096"/>
                  </a:lnTo>
                  <a:lnTo>
                    <a:pt x="1" y="39144"/>
                  </a:lnTo>
                  <a:lnTo>
                    <a:pt x="10733" y="39144"/>
                  </a:lnTo>
                  <a:cubicBezTo>
                    <a:pt x="11190" y="40645"/>
                    <a:pt x="11777" y="42113"/>
                    <a:pt x="12527" y="43483"/>
                  </a:cubicBezTo>
                  <a:lnTo>
                    <a:pt x="12527" y="43515"/>
                  </a:lnTo>
                  <a:lnTo>
                    <a:pt x="4927" y="51083"/>
                  </a:lnTo>
                  <a:lnTo>
                    <a:pt x="14158" y="60315"/>
                  </a:lnTo>
                  <a:lnTo>
                    <a:pt x="21758" y="52714"/>
                  </a:lnTo>
                  <a:cubicBezTo>
                    <a:pt x="23128" y="53464"/>
                    <a:pt x="24596" y="54052"/>
                    <a:pt x="26097" y="54508"/>
                  </a:cubicBezTo>
                  <a:lnTo>
                    <a:pt x="26097" y="65240"/>
                  </a:lnTo>
                  <a:lnTo>
                    <a:pt x="39145" y="65240"/>
                  </a:lnTo>
                  <a:lnTo>
                    <a:pt x="39145" y="54508"/>
                  </a:lnTo>
                  <a:cubicBezTo>
                    <a:pt x="40645" y="54052"/>
                    <a:pt x="42113" y="53464"/>
                    <a:pt x="43483" y="52714"/>
                  </a:cubicBezTo>
                  <a:lnTo>
                    <a:pt x="51084" y="60315"/>
                  </a:lnTo>
                  <a:lnTo>
                    <a:pt x="60315" y="51083"/>
                  </a:lnTo>
                  <a:lnTo>
                    <a:pt x="52715" y="43515"/>
                  </a:lnTo>
                  <a:lnTo>
                    <a:pt x="52715" y="43483"/>
                  </a:lnTo>
                  <a:cubicBezTo>
                    <a:pt x="53465" y="42113"/>
                    <a:pt x="54052" y="40645"/>
                    <a:pt x="54509" y="39144"/>
                  </a:cubicBezTo>
                  <a:lnTo>
                    <a:pt x="65241" y="39144"/>
                  </a:lnTo>
                  <a:lnTo>
                    <a:pt x="65241" y="26096"/>
                  </a:lnTo>
                  <a:lnTo>
                    <a:pt x="54509" y="26096"/>
                  </a:lnTo>
                  <a:cubicBezTo>
                    <a:pt x="54052" y="24596"/>
                    <a:pt x="53465" y="23128"/>
                    <a:pt x="52715" y="21758"/>
                  </a:cubicBezTo>
                  <a:lnTo>
                    <a:pt x="60315" y="14157"/>
                  </a:lnTo>
                  <a:lnTo>
                    <a:pt x="51084" y="4926"/>
                  </a:lnTo>
                  <a:lnTo>
                    <a:pt x="43516" y="12526"/>
                  </a:lnTo>
                  <a:lnTo>
                    <a:pt x="43483" y="12526"/>
                  </a:lnTo>
                  <a:cubicBezTo>
                    <a:pt x="42113" y="11776"/>
                    <a:pt x="40645" y="11189"/>
                    <a:pt x="39145" y="10732"/>
                  </a:cubicBezTo>
                  <a:lnTo>
                    <a:pt x="39145" y="0"/>
                  </a:lnTo>
                  <a:close/>
                </a:path>
              </a:pathLst>
            </a:custGeom>
            <a:solidFill>
              <a:srgbClr val="67E0F9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7215206" y="3187224"/>
              <a:ext cx="230815" cy="230815"/>
            </a:xfrm>
            <a:custGeom>
              <a:rect b="b" l="l" r="r" t="t"/>
              <a:pathLst>
                <a:path extrusionOk="0" h="19573" w="19573">
                  <a:moveTo>
                    <a:pt x="9787" y="0"/>
                  </a:moveTo>
                  <a:cubicBezTo>
                    <a:pt x="4372" y="0"/>
                    <a:pt x="1" y="4371"/>
                    <a:pt x="1" y="9786"/>
                  </a:cubicBezTo>
                  <a:cubicBezTo>
                    <a:pt x="1" y="15201"/>
                    <a:pt x="4372" y="19572"/>
                    <a:pt x="9787" y="19572"/>
                  </a:cubicBezTo>
                  <a:cubicBezTo>
                    <a:pt x="15202" y="19572"/>
                    <a:pt x="19573" y="15201"/>
                    <a:pt x="19573" y="9786"/>
                  </a:cubicBezTo>
                  <a:cubicBezTo>
                    <a:pt x="19573" y="4371"/>
                    <a:pt x="15202" y="0"/>
                    <a:pt x="9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7489901" y="1994743"/>
              <a:ext cx="307749" cy="307749"/>
            </a:xfrm>
            <a:custGeom>
              <a:rect b="b" l="l" r="r" t="t"/>
              <a:pathLst>
                <a:path extrusionOk="0" h="26097" w="26097">
                  <a:moveTo>
                    <a:pt x="1" y="1"/>
                  </a:moveTo>
                  <a:lnTo>
                    <a:pt x="1" y="26097"/>
                  </a:lnTo>
                  <a:lnTo>
                    <a:pt x="26097" y="26097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9"/>
            <p:cNvSpPr/>
            <p:nvPr/>
          </p:nvSpPr>
          <p:spPr>
            <a:xfrm>
              <a:off x="7489901" y="2533283"/>
              <a:ext cx="307749" cy="307749"/>
            </a:xfrm>
            <a:custGeom>
              <a:rect b="b" l="l" r="r" t="t"/>
              <a:pathLst>
                <a:path extrusionOk="0" h="26097" w="26097">
                  <a:moveTo>
                    <a:pt x="1" y="1"/>
                  </a:moveTo>
                  <a:lnTo>
                    <a:pt x="1" y="26096"/>
                  </a:lnTo>
                  <a:lnTo>
                    <a:pt x="26097" y="26096"/>
                  </a:lnTo>
                  <a:lnTo>
                    <a:pt x="26097" y="1"/>
                  </a:ln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9"/>
            <p:cNvSpPr/>
            <p:nvPr/>
          </p:nvSpPr>
          <p:spPr>
            <a:xfrm>
              <a:off x="8259243" y="3148757"/>
              <a:ext cx="307749" cy="307749"/>
            </a:xfrm>
            <a:custGeom>
              <a:rect b="b" l="l" r="r" t="t"/>
              <a:pathLst>
                <a:path extrusionOk="0" h="26097" w="26097">
                  <a:moveTo>
                    <a:pt x="13048" y="0"/>
                  </a:moveTo>
                  <a:cubicBezTo>
                    <a:pt x="5839" y="0"/>
                    <a:pt x="0" y="5839"/>
                    <a:pt x="0" y="13048"/>
                  </a:cubicBezTo>
                  <a:cubicBezTo>
                    <a:pt x="0" y="20257"/>
                    <a:pt x="5839" y="26096"/>
                    <a:pt x="13048" y="26096"/>
                  </a:cubicBezTo>
                  <a:cubicBezTo>
                    <a:pt x="20257" y="26096"/>
                    <a:pt x="26096" y="20257"/>
                    <a:pt x="26096" y="13048"/>
                  </a:cubicBezTo>
                  <a:cubicBezTo>
                    <a:pt x="26096" y="5839"/>
                    <a:pt x="20257" y="0"/>
                    <a:pt x="13048" y="0"/>
                  </a:cubicBezTo>
                  <a:close/>
                </a:path>
              </a:pathLst>
            </a:custGeom>
            <a:solidFill>
              <a:srgbClr val="BBBFFF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7913039" y="1956275"/>
              <a:ext cx="384683" cy="76946"/>
            </a:xfrm>
            <a:custGeom>
              <a:rect b="b" l="l" r="r" t="t"/>
              <a:pathLst>
                <a:path extrusionOk="0" h="6525" w="32621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7913039" y="2110144"/>
              <a:ext cx="384683" cy="76946"/>
            </a:xfrm>
            <a:custGeom>
              <a:rect b="b" l="l" r="r" t="t"/>
              <a:pathLst>
                <a:path extrusionOk="0" h="6525" w="32621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9"/>
            <p:cNvSpPr/>
            <p:nvPr/>
          </p:nvSpPr>
          <p:spPr>
            <a:xfrm>
              <a:off x="7913039" y="2264013"/>
              <a:ext cx="384683" cy="76946"/>
            </a:xfrm>
            <a:custGeom>
              <a:rect b="b" l="l" r="r" t="t"/>
              <a:pathLst>
                <a:path extrusionOk="0" h="6525" w="32621">
                  <a:moveTo>
                    <a:pt x="1" y="1"/>
                  </a:moveTo>
                  <a:lnTo>
                    <a:pt x="1" y="6525"/>
                  </a:lnTo>
                  <a:lnTo>
                    <a:pt x="32620" y="6525"/>
                  </a:lnTo>
                  <a:lnTo>
                    <a:pt x="32620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>
              <a:off x="7913039" y="2494815"/>
              <a:ext cx="615486" cy="76946"/>
            </a:xfrm>
            <a:custGeom>
              <a:rect b="b" l="l" r="r" t="t"/>
              <a:pathLst>
                <a:path extrusionOk="0" h="6525" w="52193">
                  <a:moveTo>
                    <a:pt x="1" y="1"/>
                  </a:moveTo>
                  <a:lnTo>
                    <a:pt x="1" y="6525"/>
                  </a:lnTo>
                  <a:lnTo>
                    <a:pt x="52192" y="6525"/>
                  </a:lnTo>
                  <a:lnTo>
                    <a:pt x="52192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9"/>
            <p:cNvSpPr/>
            <p:nvPr/>
          </p:nvSpPr>
          <p:spPr>
            <a:xfrm>
              <a:off x="7913039" y="2648684"/>
              <a:ext cx="615486" cy="76946"/>
            </a:xfrm>
            <a:custGeom>
              <a:rect b="b" l="l" r="r" t="t"/>
              <a:pathLst>
                <a:path extrusionOk="0" h="6525" w="52193">
                  <a:moveTo>
                    <a:pt x="1" y="1"/>
                  </a:moveTo>
                  <a:lnTo>
                    <a:pt x="1" y="6525"/>
                  </a:lnTo>
                  <a:lnTo>
                    <a:pt x="52192" y="6525"/>
                  </a:lnTo>
                  <a:lnTo>
                    <a:pt x="52192" y="1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9"/>
            <p:cNvSpPr/>
            <p:nvPr/>
          </p:nvSpPr>
          <p:spPr>
            <a:xfrm>
              <a:off x="7913039" y="2802552"/>
              <a:ext cx="615486" cy="76946"/>
            </a:xfrm>
            <a:custGeom>
              <a:rect b="b" l="l" r="r" t="t"/>
              <a:pathLst>
                <a:path extrusionOk="0" h="6525" w="52193">
                  <a:moveTo>
                    <a:pt x="1" y="0"/>
                  </a:moveTo>
                  <a:lnTo>
                    <a:pt x="1" y="6524"/>
                  </a:lnTo>
                  <a:lnTo>
                    <a:pt x="52192" y="6524"/>
                  </a:lnTo>
                  <a:lnTo>
                    <a:pt x="52192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9"/>
            <p:cNvSpPr/>
            <p:nvPr/>
          </p:nvSpPr>
          <p:spPr>
            <a:xfrm>
              <a:off x="7797638" y="3110290"/>
              <a:ext cx="346216" cy="76946"/>
            </a:xfrm>
            <a:custGeom>
              <a:rect b="b" l="l" r="r" t="t"/>
              <a:pathLst>
                <a:path extrusionOk="0" h="6525" w="29359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9"/>
            <p:cNvSpPr/>
            <p:nvPr/>
          </p:nvSpPr>
          <p:spPr>
            <a:xfrm>
              <a:off x="7797638" y="3264158"/>
              <a:ext cx="346216" cy="76946"/>
            </a:xfrm>
            <a:custGeom>
              <a:rect b="b" l="l" r="r" t="t"/>
              <a:pathLst>
                <a:path extrusionOk="0" h="6525" w="29359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9"/>
            <p:cNvSpPr/>
            <p:nvPr/>
          </p:nvSpPr>
          <p:spPr>
            <a:xfrm>
              <a:off x="7797638" y="3418027"/>
              <a:ext cx="346216" cy="76946"/>
            </a:xfrm>
            <a:custGeom>
              <a:rect b="b" l="l" r="r" t="t"/>
              <a:pathLst>
                <a:path extrusionOk="0" h="6525" w="29359">
                  <a:moveTo>
                    <a:pt x="1" y="0"/>
                  </a:moveTo>
                  <a:lnTo>
                    <a:pt x="1" y="6524"/>
                  </a:lnTo>
                  <a:lnTo>
                    <a:pt x="29359" y="6524"/>
                  </a:lnTo>
                  <a:lnTo>
                    <a:pt x="29359" y="0"/>
                  </a:lnTo>
                  <a:close/>
                </a:path>
              </a:pathLst>
            </a:custGeom>
            <a:solidFill>
              <a:srgbClr val="424BC4"/>
            </a:solidFill>
            <a:ln>
              <a:noFill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9"/>
            <p:cNvSpPr/>
            <p:nvPr/>
          </p:nvSpPr>
          <p:spPr>
            <a:xfrm>
              <a:off x="8413100" y="1828800"/>
              <a:ext cx="333193" cy="319819"/>
            </a:xfrm>
            <a:custGeom>
              <a:rect b="b" l="l" r="r" t="t"/>
              <a:pathLst>
                <a:path extrusionOk="0" h="26097" w="26097">
                  <a:moveTo>
                    <a:pt x="0" y="1"/>
                  </a:moveTo>
                  <a:lnTo>
                    <a:pt x="0" y="26097"/>
                  </a:lnTo>
                  <a:lnTo>
                    <a:pt x="26096" y="2609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BBFFF"/>
            </a:solidFill>
            <a:ln cap="flat" cmpd="sng" w="9525">
              <a:solidFill>
                <a:srgbClr val="BB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025" lIns="51025" spcFirstLastPara="1" rIns="51025" wrap="square" tIns="51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63" name="Google Shape;763;p29" title="Screenshot 2026-02-22 1734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3225" y="221550"/>
            <a:ext cx="2887050" cy="22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29" title="Screenshot 2026-02-22 1735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9068" y="2571750"/>
            <a:ext cx="5534930" cy="245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0"/>
          <p:cNvSpPr txBox="1"/>
          <p:nvPr>
            <p:ph type="title"/>
          </p:nvPr>
        </p:nvSpPr>
        <p:spPr>
          <a:xfrm>
            <a:off x="893775" y="221550"/>
            <a:ext cx="28476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03</a:t>
            </a:r>
            <a:endParaRPr/>
          </a:p>
        </p:txBody>
      </p:sp>
      <p:sp>
        <p:nvSpPr>
          <p:cNvPr id="770" name="Google Shape;770;p30"/>
          <p:cNvSpPr txBox="1"/>
          <p:nvPr>
            <p:ph idx="2" type="title"/>
          </p:nvPr>
        </p:nvSpPr>
        <p:spPr>
          <a:xfrm>
            <a:off x="767700" y="1456350"/>
            <a:ext cx="34641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relationships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DAX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Primary/Foreign Keys</a:t>
            </a:r>
            <a:endParaRPr/>
          </a:p>
        </p:txBody>
      </p:sp>
      <p:grpSp>
        <p:nvGrpSpPr>
          <p:cNvPr id="771" name="Google Shape;771;p30"/>
          <p:cNvGrpSpPr/>
          <p:nvPr/>
        </p:nvGrpSpPr>
        <p:grpSpPr>
          <a:xfrm>
            <a:off x="672300" y="1013625"/>
            <a:ext cx="95400" cy="3116250"/>
            <a:chOff x="4524300" y="1013625"/>
            <a:chExt cx="95400" cy="3116250"/>
          </a:xfrm>
        </p:grpSpPr>
        <p:sp>
          <p:nvSpPr>
            <p:cNvPr id="772" name="Google Shape;772;p30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0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0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0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0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0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8" name="Google Shape;778;p30"/>
          <p:cNvGrpSpPr/>
          <p:nvPr/>
        </p:nvGrpSpPr>
        <p:grpSpPr>
          <a:xfrm>
            <a:off x="1001270" y="3169955"/>
            <a:ext cx="1644730" cy="1644730"/>
            <a:chOff x="5612559" y="834972"/>
            <a:chExt cx="3473558" cy="3473558"/>
          </a:xfrm>
        </p:grpSpPr>
        <p:sp>
          <p:nvSpPr>
            <p:cNvPr id="779" name="Google Shape;779;p30"/>
            <p:cNvSpPr/>
            <p:nvPr/>
          </p:nvSpPr>
          <p:spPr>
            <a:xfrm>
              <a:off x="5612559" y="3034881"/>
              <a:ext cx="2894635" cy="1273649"/>
            </a:xfrm>
            <a:custGeom>
              <a:rect b="b" l="l" r="r" t="t"/>
              <a:pathLst>
                <a:path extrusionOk="0" h="71765" w="163101">
                  <a:moveTo>
                    <a:pt x="1" y="0"/>
                  </a:moveTo>
                  <a:lnTo>
                    <a:pt x="1" y="58716"/>
                  </a:lnTo>
                  <a:cubicBezTo>
                    <a:pt x="1" y="65925"/>
                    <a:pt x="5840" y="71764"/>
                    <a:pt x="13049" y="71764"/>
                  </a:cubicBezTo>
                  <a:lnTo>
                    <a:pt x="163100" y="71764"/>
                  </a:lnTo>
                  <a:cubicBezTo>
                    <a:pt x="155891" y="71764"/>
                    <a:pt x="150052" y="65925"/>
                    <a:pt x="150052" y="58716"/>
                  </a:cubicBezTo>
                  <a:lnTo>
                    <a:pt x="150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0"/>
            <p:cNvSpPr/>
            <p:nvPr/>
          </p:nvSpPr>
          <p:spPr>
            <a:xfrm>
              <a:off x="5612559" y="2571742"/>
              <a:ext cx="2663066" cy="463157"/>
            </a:xfrm>
            <a:custGeom>
              <a:rect b="b" l="l" r="r" t="t"/>
              <a:pathLst>
                <a:path extrusionOk="0" h="26097" w="150053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6096"/>
                  </a:lnTo>
                  <a:lnTo>
                    <a:pt x="150052" y="26096"/>
                  </a:lnTo>
                  <a:cubicBezTo>
                    <a:pt x="150052" y="18887"/>
                    <a:pt x="144213" y="13049"/>
                    <a:pt x="137004" y="13049"/>
                  </a:cubicBezTo>
                  <a:lnTo>
                    <a:pt x="52193" y="13049"/>
                  </a:lnTo>
                  <a:lnTo>
                    <a:pt x="46321" y="5220"/>
                  </a:lnTo>
                  <a:cubicBezTo>
                    <a:pt x="43842" y="1925"/>
                    <a:pt x="39993" y="1"/>
                    <a:pt x="35883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0"/>
            <p:cNvSpPr/>
            <p:nvPr/>
          </p:nvSpPr>
          <p:spPr>
            <a:xfrm>
              <a:off x="6075698" y="1413895"/>
              <a:ext cx="2663066" cy="2894635"/>
            </a:xfrm>
            <a:custGeom>
              <a:rect b="b" l="l" r="r" t="t"/>
              <a:pathLst>
                <a:path extrusionOk="0" h="163101" w="150053">
                  <a:moveTo>
                    <a:pt x="55455" y="1"/>
                  </a:moveTo>
                  <a:lnTo>
                    <a:pt x="48931" y="6525"/>
                  </a:lnTo>
                  <a:lnTo>
                    <a:pt x="1" y="6525"/>
                  </a:lnTo>
                  <a:lnTo>
                    <a:pt x="1" y="65241"/>
                  </a:lnTo>
                  <a:lnTo>
                    <a:pt x="9787" y="65241"/>
                  </a:lnTo>
                  <a:cubicBezTo>
                    <a:pt x="13897" y="65241"/>
                    <a:pt x="17746" y="67165"/>
                    <a:pt x="20225" y="70460"/>
                  </a:cubicBezTo>
                  <a:lnTo>
                    <a:pt x="26097" y="78289"/>
                  </a:lnTo>
                  <a:lnTo>
                    <a:pt x="110908" y="78289"/>
                  </a:lnTo>
                  <a:cubicBezTo>
                    <a:pt x="118117" y="78289"/>
                    <a:pt x="123956" y="84127"/>
                    <a:pt x="123956" y="91336"/>
                  </a:cubicBezTo>
                  <a:lnTo>
                    <a:pt x="123956" y="150052"/>
                  </a:lnTo>
                  <a:cubicBezTo>
                    <a:pt x="123956" y="157261"/>
                    <a:pt x="129795" y="163100"/>
                    <a:pt x="137004" y="163100"/>
                  </a:cubicBezTo>
                  <a:cubicBezTo>
                    <a:pt x="140592" y="163100"/>
                    <a:pt x="143854" y="161632"/>
                    <a:pt x="146236" y="159284"/>
                  </a:cubicBezTo>
                  <a:cubicBezTo>
                    <a:pt x="148584" y="156902"/>
                    <a:pt x="150052" y="153640"/>
                    <a:pt x="150052" y="150052"/>
                  </a:cubicBezTo>
                  <a:lnTo>
                    <a:pt x="150052" y="40417"/>
                  </a:lnTo>
                  <a:lnTo>
                    <a:pt x="143463" y="36437"/>
                  </a:lnTo>
                  <a:cubicBezTo>
                    <a:pt x="143137" y="36600"/>
                    <a:pt x="142811" y="36698"/>
                    <a:pt x="142484" y="36829"/>
                  </a:cubicBezTo>
                  <a:lnTo>
                    <a:pt x="140266" y="45669"/>
                  </a:lnTo>
                  <a:lnTo>
                    <a:pt x="120694" y="45669"/>
                  </a:lnTo>
                  <a:lnTo>
                    <a:pt x="118476" y="36829"/>
                  </a:lnTo>
                  <a:cubicBezTo>
                    <a:pt x="118150" y="36698"/>
                    <a:pt x="117824" y="36600"/>
                    <a:pt x="117498" y="36437"/>
                  </a:cubicBezTo>
                  <a:lnTo>
                    <a:pt x="109734" y="41134"/>
                  </a:lnTo>
                  <a:lnTo>
                    <a:pt x="95871" y="27271"/>
                  </a:lnTo>
                  <a:lnTo>
                    <a:pt x="100568" y="19508"/>
                  </a:lnTo>
                  <a:cubicBezTo>
                    <a:pt x="100405" y="19181"/>
                    <a:pt x="100307" y="18855"/>
                    <a:pt x="100176" y="18529"/>
                  </a:cubicBezTo>
                  <a:lnTo>
                    <a:pt x="91336" y="16311"/>
                  </a:lnTo>
                  <a:lnTo>
                    <a:pt x="91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0"/>
            <p:cNvSpPr/>
            <p:nvPr/>
          </p:nvSpPr>
          <p:spPr>
            <a:xfrm>
              <a:off x="6075698" y="1066541"/>
              <a:ext cx="1796420" cy="463157"/>
            </a:xfrm>
            <a:custGeom>
              <a:rect b="b" l="l" r="r" t="t"/>
              <a:pathLst>
                <a:path extrusionOk="0" h="26097" w="101221">
                  <a:moveTo>
                    <a:pt x="1" y="1"/>
                  </a:moveTo>
                  <a:lnTo>
                    <a:pt x="1" y="26097"/>
                  </a:lnTo>
                  <a:lnTo>
                    <a:pt x="48931" y="26097"/>
                  </a:lnTo>
                  <a:lnTo>
                    <a:pt x="55455" y="19573"/>
                  </a:lnTo>
                  <a:lnTo>
                    <a:pt x="91336" y="19573"/>
                  </a:lnTo>
                  <a:lnTo>
                    <a:pt x="91336" y="16311"/>
                  </a:lnTo>
                  <a:lnTo>
                    <a:pt x="100176" y="14093"/>
                  </a:lnTo>
                  <a:cubicBezTo>
                    <a:pt x="100307" y="13767"/>
                    <a:pt x="100405" y="13440"/>
                    <a:pt x="100568" y="13114"/>
                  </a:cubicBezTo>
                  <a:lnTo>
                    <a:pt x="95871" y="5351"/>
                  </a:lnTo>
                  <a:lnTo>
                    <a:pt x="101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8044038" y="1182326"/>
              <a:ext cx="694726" cy="694726"/>
            </a:xfrm>
            <a:custGeom>
              <a:rect b="b" l="l" r="r" t="t"/>
              <a:pathLst>
                <a:path extrusionOk="0" h="39145" w="39145">
                  <a:moveTo>
                    <a:pt x="19572" y="13049"/>
                  </a:moveTo>
                  <a:cubicBezTo>
                    <a:pt x="23161" y="13049"/>
                    <a:pt x="26096" y="15985"/>
                    <a:pt x="26096" y="19573"/>
                  </a:cubicBezTo>
                  <a:cubicBezTo>
                    <a:pt x="26096" y="23161"/>
                    <a:pt x="23161" y="26097"/>
                    <a:pt x="19572" y="26097"/>
                  </a:cubicBezTo>
                  <a:cubicBezTo>
                    <a:pt x="15984" y="26097"/>
                    <a:pt x="13048" y="23161"/>
                    <a:pt x="13048" y="19573"/>
                  </a:cubicBezTo>
                  <a:cubicBezTo>
                    <a:pt x="13048" y="15985"/>
                    <a:pt x="15984" y="13049"/>
                    <a:pt x="19572" y="13049"/>
                  </a:cubicBezTo>
                  <a:close/>
                  <a:moveTo>
                    <a:pt x="19572" y="1"/>
                  </a:moveTo>
                  <a:cubicBezTo>
                    <a:pt x="8775" y="1"/>
                    <a:pt x="0" y="8776"/>
                    <a:pt x="0" y="19573"/>
                  </a:cubicBezTo>
                  <a:cubicBezTo>
                    <a:pt x="0" y="30370"/>
                    <a:pt x="8775" y="39145"/>
                    <a:pt x="19572" y="39145"/>
                  </a:cubicBezTo>
                  <a:cubicBezTo>
                    <a:pt x="30369" y="39145"/>
                    <a:pt x="39144" y="30370"/>
                    <a:pt x="39144" y="19573"/>
                  </a:cubicBezTo>
                  <a:cubicBezTo>
                    <a:pt x="39144" y="8776"/>
                    <a:pt x="30369" y="1"/>
                    <a:pt x="195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7696684" y="834972"/>
              <a:ext cx="1389434" cy="1389434"/>
            </a:xfrm>
            <a:custGeom>
              <a:rect b="b" l="l" r="r" t="t"/>
              <a:pathLst>
                <a:path extrusionOk="0" h="78289" w="78289">
                  <a:moveTo>
                    <a:pt x="39144" y="19573"/>
                  </a:moveTo>
                  <a:cubicBezTo>
                    <a:pt x="49941" y="19573"/>
                    <a:pt x="58716" y="28348"/>
                    <a:pt x="58716" y="39145"/>
                  </a:cubicBezTo>
                  <a:cubicBezTo>
                    <a:pt x="58716" y="49942"/>
                    <a:pt x="49941" y="58717"/>
                    <a:pt x="39144" y="58717"/>
                  </a:cubicBezTo>
                  <a:cubicBezTo>
                    <a:pt x="28347" y="58717"/>
                    <a:pt x="19572" y="49942"/>
                    <a:pt x="19572" y="39145"/>
                  </a:cubicBezTo>
                  <a:cubicBezTo>
                    <a:pt x="19572" y="28348"/>
                    <a:pt x="28347" y="19573"/>
                    <a:pt x="39144" y="19573"/>
                  </a:cubicBezTo>
                  <a:close/>
                  <a:moveTo>
                    <a:pt x="29358" y="1"/>
                  </a:moveTo>
                  <a:lnTo>
                    <a:pt x="27140" y="8841"/>
                  </a:lnTo>
                  <a:cubicBezTo>
                    <a:pt x="26814" y="8971"/>
                    <a:pt x="26488" y="9069"/>
                    <a:pt x="26162" y="9232"/>
                  </a:cubicBezTo>
                  <a:lnTo>
                    <a:pt x="18398" y="4535"/>
                  </a:lnTo>
                  <a:lnTo>
                    <a:pt x="9884" y="13049"/>
                  </a:lnTo>
                  <a:lnTo>
                    <a:pt x="4535" y="18399"/>
                  </a:lnTo>
                  <a:lnTo>
                    <a:pt x="9232" y="26162"/>
                  </a:lnTo>
                  <a:cubicBezTo>
                    <a:pt x="9069" y="26488"/>
                    <a:pt x="8971" y="26815"/>
                    <a:pt x="8840" y="27141"/>
                  </a:cubicBezTo>
                  <a:lnTo>
                    <a:pt x="0" y="29359"/>
                  </a:lnTo>
                  <a:lnTo>
                    <a:pt x="0" y="32621"/>
                  </a:lnTo>
                  <a:lnTo>
                    <a:pt x="0" y="48931"/>
                  </a:lnTo>
                  <a:lnTo>
                    <a:pt x="8840" y="51149"/>
                  </a:lnTo>
                  <a:cubicBezTo>
                    <a:pt x="8971" y="51475"/>
                    <a:pt x="9069" y="51801"/>
                    <a:pt x="9232" y="52128"/>
                  </a:cubicBezTo>
                  <a:lnTo>
                    <a:pt x="4535" y="59891"/>
                  </a:lnTo>
                  <a:lnTo>
                    <a:pt x="18398" y="73754"/>
                  </a:lnTo>
                  <a:lnTo>
                    <a:pt x="26162" y="69057"/>
                  </a:lnTo>
                  <a:cubicBezTo>
                    <a:pt x="26488" y="69220"/>
                    <a:pt x="26814" y="69318"/>
                    <a:pt x="27140" y="69449"/>
                  </a:cubicBezTo>
                  <a:lnTo>
                    <a:pt x="29358" y="78289"/>
                  </a:lnTo>
                  <a:lnTo>
                    <a:pt x="48930" y="78289"/>
                  </a:lnTo>
                  <a:lnTo>
                    <a:pt x="51148" y="69449"/>
                  </a:lnTo>
                  <a:cubicBezTo>
                    <a:pt x="51475" y="69318"/>
                    <a:pt x="51801" y="69220"/>
                    <a:pt x="52127" y="69057"/>
                  </a:cubicBezTo>
                  <a:lnTo>
                    <a:pt x="58716" y="73037"/>
                  </a:lnTo>
                  <a:lnTo>
                    <a:pt x="59891" y="73754"/>
                  </a:lnTo>
                  <a:lnTo>
                    <a:pt x="73754" y="59891"/>
                  </a:lnTo>
                  <a:lnTo>
                    <a:pt x="69057" y="52128"/>
                  </a:lnTo>
                  <a:cubicBezTo>
                    <a:pt x="69220" y="51801"/>
                    <a:pt x="69318" y="51475"/>
                    <a:pt x="69448" y="51149"/>
                  </a:cubicBezTo>
                  <a:lnTo>
                    <a:pt x="78288" y="48931"/>
                  </a:lnTo>
                  <a:lnTo>
                    <a:pt x="78288" y="29359"/>
                  </a:lnTo>
                  <a:lnTo>
                    <a:pt x="69448" y="27141"/>
                  </a:lnTo>
                  <a:cubicBezTo>
                    <a:pt x="69318" y="26815"/>
                    <a:pt x="69220" y="26488"/>
                    <a:pt x="69057" y="26162"/>
                  </a:cubicBezTo>
                  <a:lnTo>
                    <a:pt x="73754" y="18399"/>
                  </a:lnTo>
                  <a:lnTo>
                    <a:pt x="59891" y="4535"/>
                  </a:lnTo>
                  <a:lnTo>
                    <a:pt x="52127" y="9232"/>
                  </a:lnTo>
                  <a:cubicBezTo>
                    <a:pt x="51801" y="9069"/>
                    <a:pt x="51475" y="8971"/>
                    <a:pt x="51148" y="8841"/>
                  </a:cubicBezTo>
                  <a:lnTo>
                    <a:pt x="489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6249375" y="1240218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>
              <a:off x="6712514" y="1240218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6480945" y="1240218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7986146" y="1124433"/>
              <a:ext cx="810511" cy="810511"/>
            </a:xfrm>
            <a:custGeom>
              <a:rect b="b" l="l" r="r" t="t"/>
              <a:pathLst>
                <a:path extrusionOk="0" h="45669" w="45669">
                  <a:moveTo>
                    <a:pt x="22834" y="6525"/>
                  </a:moveTo>
                  <a:cubicBezTo>
                    <a:pt x="31837" y="6525"/>
                    <a:pt x="39144" y="13832"/>
                    <a:pt x="39144" y="22835"/>
                  </a:cubicBezTo>
                  <a:cubicBezTo>
                    <a:pt x="39144" y="31838"/>
                    <a:pt x="31837" y="39145"/>
                    <a:pt x="22834" y="39145"/>
                  </a:cubicBezTo>
                  <a:cubicBezTo>
                    <a:pt x="13831" y="39145"/>
                    <a:pt x="6524" y="31838"/>
                    <a:pt x="6524" y="22835"/>
                  </a:cubicBezTo>
                  <a:cubicBezTo>
                    <a:pt x="6524" y="13832"/>
                    <a:pt x="13831" y="6525"/>
                    <a:pt x="22834" y="6525"/>
                  </a:cubicBezTo>
                  <a:close/>
                  <a:moveTo>
                    <a:pt x="22834" y="1"/>
                  </a:moveTo>
                  <a:cubicBezTo>
                    <a:pt x="10243" y="1"/>
                    <a:pt x="0" y="10244"/>
                    <a:pt x="0" y="22835"/>
                  </a:cubicBezTo>
                  <a:cubicBezTo>
                    <a:pt x="0" y="35426"/>
                    <a:pt x="10243" y="45669"/>
                    <a:pt x="22834" y="45669"/>
                  </a:cubicBezTo>
                  <a:cubicBezTo>
                    <a:pt x="35426" y="45669"/>
                    <a:pt x="45668" y="35426"/>
                    <a:pt x="45668" y="22835"/>
                  </a:cubicBezTo>
                  <a:cubicBezTo>
                    <a:pt x="45668" y="10244"/>
                    <a:pt x="35426" y="1"/>
                    <a:pt x="22834" y="1"/>
                  </a:cubicBezTo>
                  <a:close/>
                </a:path>
              </a:pathLst>
            </a:custGeom>
            <a:solidFill>
              <a:srgbClr val="26A2BC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6249375" y="2745419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6017806" y="2745419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5786237" y="2745419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6210597" y="1714946"/>
              <a:ext cx="362990" cy="439996"/>
            </a:xfrm>
            <a:custGeom>
              <a:rect b="b" l="l" r="r" t="t"/>
              <a:pathLst>
                <a:path extrusionOk="0" h="24792" w="20453">
                  <a:moveTo>
                    <a:pt x="16539" y="0"/>
                  </a:moveTo>
                  <a:lnTo>
                    <a:pt x="0" y="12396"/>
                  </a:lnTo>
                  <a:lnTo>
                    <a:pt x="16539" y="24791"/>
                  </a:lnTo>
                  <a:lnTo>
                    <a:pt x="20453" y="19572"/>
                  </a:lnTo>
                  <a:lnTo>
                    <a:pt x="10895" y="12396"/>
                  </a:lnTo>
                  <a:lnTo>
                    <a:pt x="20453" y="5219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7719844" y="2178085"/>
              <a:ext cx="362990" cy="439996"/>
            </a:xfrm>
            <a:custGeom>
              <a:rect b="b" l="l" r="r" t="t"/>
              <a:pathLst>
                <a:path extrusionOk="0" h="24792" w="20453">
                  <a:moveTo>
                    <a:pt x="3915" y="0"/>
                  </a:moveTo>
                  <a:lnTo>
                    <a:pt x="0" y="5219"/>
                  </a:lnTo>
                  <a:lnTo>
                    <a:pt x="9558" y="12396"/>
                  </a:lnTo>
                  <a:lnTo>
                    <a:pt x="0" y="19572"/>
                  </a:lnTo>
                  <a:lnTo>
                    <a:pt x="3915" y="24791"/>
                  </a:lnTo>
                  <a:lnTo>
                    <a:pt x="20453" y="12396"/>
                  </a:lnTo>
                  <a:lnTo>
                    <a:pt x="3915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6712514" y="1703357"/>
              <a:ext cx="810511" cy="115802"/>
            </a:xfrm>
            <a:custGeom>
              <a:rect b="b" l="l" r="r" t="t"/>
              <a:pathLst>
                <a:path extrusionOk="0" h="6525" w="45669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6712514" y="1934926"/>
              <a:ext cx="810511" cy="115802"/>
            </a:xfrm>
            <a:custGeom>
              <a:rect b="b" l="l" r="r" t="t"/>
              <a:pathLst>
                <a:path extrusionOk="0" h="6525" w="45669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6712514" y="2166496"/>
              <a:ext cx="810511" cy="115802"/>
            </a:xfrm>
            <a:custGeom>
              <a:rect b="b" l="l" r="r" t="t"/>
              <a:pathLst>
                <a:path extrusionOk="0" h="6525" w="45669">
                  <a:moveTo>
                    <a:pt x="1" y="1"/>
                  </a:moveTo>
                  <a:lnTo>
                    <a:pt x="1" y="6525"/>
                  </a:lnTo>
                  <a:lnTo>
                    <a:pt x="45669" y="6525"/>
                  </a:lnTo>
                  <a:lnTo>
                    <a:pt x="45669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6712514" y="2398065"/>
              <a:ext cx="578941" cy="115802"/>
            </a:xfrm>
            <a:custGeom>
              <a:rect b="b" l="l" r="r" t="t"/>
              <a:pathLst>
                <a:path extrusionOk="0" h="6525" w="32621">
                  <a:moveTo>
                    <a:pt x="1" y="1"/>
                  </a:moveTo>
                  <a:lnTo>
                    <a:pt x="1" y="6525"/>
                  </a:lnTo>
                  <a:lnTo>
                    <a:pt x="32621" y="6525"/>
                  </a:lnTo>
                  <a:lnTo>
                    <a:pt x="32621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7407222" y="2398065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7138596" y="3337653"/>
              <a:ext cx="474746" cy="668087"/>
            </a:xfrm>
            <a:custGeom>
              <a:rect b="b" l="l" r="r" t="t"/>
              <a:pathLst>
                <a:path extrusionOk="0" h="37644" w="26750">
                  <a:moveTo>
                    <a:pt x="4176" y="1"/>
                  </a:moveTo>
                  <a:lnTo>
                    <a:pt x="1" y="5024"/>
                  </a:lnTo>
                  <a:lnTo>
                    <a:pt x="16572" y="18822"/>
                  </a:lnTo>
                  <a:lnTo>
                    <a:pt x="1" y="32621"/>
                  </a:lnTo>
                  <a:lnTo>
                    <a:pt x="4176" y="37644"/>
                  </a:lnTo>
                  <a:lnTo>
                    <a:pt x="26749" y="18822"/>
                  </a:lnTo>
                  <a:lnTo>
                    <a:pt x="417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6274861" y="3337653"/>
              <a:ext cx="474728" cy="668087"/>
            </a:xfrm>
            <a:custGeom>
              <a:rect b="b" l="l" r="r" t="t"/>
              <a:pathLst>
                <a:path extrusionOk="0" h="37644" w="26749">
                  <a:moveTo>
                    <a:pt x="22573" y="1"/>
                  </a:moveTo>
                  <a:lnTo>
                    <a:pt x="0" y="18822"/>
                  </a:lnTo>
                  <a:lnTo>
                    <a:pt x="22573" y="37644"/>
                  </a:lnTo>
                  <a:lnTo>
                    <a:pt x="26748" y="32621"/>
                  </a:lnTo>
                  <a:lnTo>
                    <a:pt x="10177" y="18822"/>
                  </a:lnTo>
                  <a:lnTo>
                    <a:pt x="26748" y="5024"/>
                  </a:lnTo>
                  <a:lnTo>
                    <a:pt x="22573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6771560" y="3194662"/>
              <a:ext cx="343325" cy="954088"/>
            </a:xfrm>
            <a:custGeom>
              <a:rect b="b" l="l" r="r" t="t"/>
              <a:pathLst>
                <a:path extrusionOk="0" h="53759" w="19345">
                  <a:moveTo>
                    <a:pt x="13016" y="1"/>
                  </a:moveTo>
                  <a:lnTo>
                    <a:pt x="1" y="52160"/>
                  </a:lnTo>
                  <a:lnTo>
                    <a:pt x="6329" y="53758"/>
                  </a:lnTo>
                  <a:lnTo>
                    <a:pt x="19345" y="1566"/>
                  </a:lnTo>
                  <a:lnTo>
                    <a:pt x="13016" y="1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5786237" y="3671697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5786237" y="3208558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5786237" y="3440127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7986146" y="4019051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7986146" y="3555912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7986146" y="3787481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9275C8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8449284" y="3787481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8449284" y="4019051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8449284" y="3555912"/>
              <a:ext cx="115802" cy="115802"/>
            </a:xfrm>
            <a:custGeom>
              <a:rect b="b" l="l" r="r" t="t"/>
              <a:pathLst>
                <a:path extrusionOk="0" h="6525" w="6525">
                  <a:moveTo>
                    <a:pt x="0" y="0"/>
                  </a:moveTo>
                  <a:lnTo>
                    <a:pt x="0" y="6524"/>
                  </a:lnTo>
                  <a:lnTo>
                    <a:pt x="6524" y="6524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4F57C3"/>
            </a:solidFill>
            <a:ln>
              <a:noFill/>
            </a:ln>
          </p:spPr>
          <p:txBody>
            <a:bodyPr anchorCtr="0" anchor="ctr" bIns="63250" lIns="63250" spcFirstLastPara="1" rIns="63250" wrap="square" tIns="63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1" name="Google Shape;811;p30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563" y="465175"/>
            <a:ext cx="38576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30" title="create-manage-relationships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5312" y="1798057"/>
            <a:ext cx="4705375" cy="2558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1"/>
          <p:cNvSpPr txBox="1"/>
          <p:nvPr>
            <p:ph type="title"/>
          </p:nvPr>
        </p:nvSpPr>
        <p:spPr>
          <a:xfrm>
            <a:off x="893775" y="221550"/>
            <a:ext cx="28476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04</a:t>
            </a:r>
            <a:endParaRPr/>
          </a:p>
        </p:txBody>
      </p:sp>
      <p:sp>
        <p:nvSpPr>
          <p:cNvPr id="818" name="Google Shape;818;p31"/>
          <p:cNvSpPr txBox="1"/>
          <p:nvPr>
            <p:ph idx="2" type="title"/>
          </p:nvPr>
        </p:nvSpPr>
        <p:spPr>
          <a:xfrm>
            <a:off x="893775" y="1308550"/>
            <a:ext cx="3464100" cy="31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Visualizations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Slicers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Interactive Visuals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Filtering</a:t>
            </a:r>
            <a:endParaRPr/>
          </a:p>
        </p:txBody>
      </p:sp>
      <p:grpSp>
        <p:nvGrpSpPr>
          <p:cNvPr id="819" name="Google Shape;819;p31"/>
          <p:cNvGrpSpPr/>
          <p:nvPr/>
        </p:nvGrpSpPr>
        <p:grpSpPr>
          <a:xfrm>
            <a:off x="672300" y="1013625"/>
            <a:ext cx="95400" cy="3116250"/>
            <a:chOff x="4524300" y="1013625"/>
            <a:chExt cx="95400" cy="3116250"/>
          </a:xfrm>
        </p:grpSpPr>
        <p:sp>
          <p:nvSpPr>
            <p:cNvPr id="820" name="Google Shape;820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6" name="Google Shape;826;p31"/>
          <p:cNvGrpSpPr/>
          <p:nvPr/>
        </p:nvGrpSpPr>
        <p:grpSpPr>
          <a:xfrm>
            <a:off x="1059687" y="4166595"/>
            <a:ext cx="804553" cy="804553"/>
            <a:chOff x="6275090" y="1382992"/>
            <a:chExt cx="2377521" cy="2377521"/>
          </a:xfrm>
        </p:grpSpPr>
        <p:sp>
          <p:nvSpPr>
            <p:cNvPr id="827" name="Google Shape;827;p31"/>
            <p:cNvSpPr/>
            <p:nvPr/>
          </p:nvSpPr>
          <p:spPr>
            <a:xfrm>
              <a:off x="6275090" y="1382992"/>
              <a:ext cx="1862394" cy="2139770"/>
            </a:xfrm>
            <a:custGeom>
              <a:rect b="b" l="l" r="r" t="t"/>
              <a:pathLst>
                <a:path extrusionOk="0" h="176149" w="153315">
                  <a:moveTo>
                    <a:pt x="1" y="1"/>
                  </a:moveTo>
                  <a:lnTo>
                    <a:pt x="1" y="176148"/>
                  </a:lnTo>
                  <a:lnTo>
                    <a:pt x="153314" y="176148"/>
                  </a:lnTo>
                  <a:lnTo>
                    <a:pt x="153314" y="22835"/>
                  </a:lnTo>
                  <a:lnTo>
                    <a:pt x="1304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1"/>
            <p:cNvSpPr/>
            <p:nvPr/>
          </p:nvSpPr>
          <p:spPr>
            <a:xfrm>
              <a:off x="7860096" y="1382992"/>
              <a:ext cx="277388" cy="277388"/>
            </a:xfrm>
            <a:custGeom>
              <a:rect b="b" l="l" r="r" t="t"/>
              <a:pathLst>
                <a:path extrusionOk="0" h="22835" w="22835">
                  <a:moveTo>
                    <a:pt x="0" y="1"/>
                  </a:moveTo>
                  <a:lnTo>
                    <a:pt x="0" y="22835"/>
                  </a:lnTo>
                  <a:lnTo>
                    <a:pt x="22834" y="22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1"/>
            <p:cNvSpPr/>
            <p:nvPr/>
          </p:nvSpPr>
          <p:spPr>
            <a:xfrm>
              <a:off x="6631716" y="1977369"/>
              <a:ext cx="1228392" cy="1228392"/>
            </a:xfrm>
            <a:custGeom>
              <a:rect b="b" l="l" r="r" t="t"/>
              <a:pathLst>
                <a:path extrusionOk="0" h="101123" w="101123">
                  <a:moveTo>
                    <a:pt x="78289" y="55455"/>
                  </a:moveTo>
                  <a:lnTo>
                    <a:pt x="78289" y="78288"/>
                  </a:lnTo>
                  <a:lnTo>
                    <a:pt x="55455" y="78288"/>
                  </a:lnTo>
                  <a:lnTo>
                    <a:pt x="78289" y="55455"/>
                  </a:lnTo>
                  <a:close/>
                  <a:moveTo>
                    <a:pt x="101122" y="1"/>
                  </a:moveTo>
                  <a:lnTo>
                    <a:pt x="1" y="101122"/>
                  </a:lnTo>
                  <a:lnTo>
                    <a:pt x="101122" y="101122"/>
                  </a:lnTo>
                  <a:lnTo>
                    <a:pt x="1011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1"/>
            <p:cNvSpPr/>
            <p:nvPr/>
          </p:nvSpPr>
          <p:spPr>
            <a:xfrm>
              <a:off x="7622345" y="2730246"/>
              <a:ext cx="1030266" cy="1030266"/>
            </a:xfrm>
            <a:custGeom>
              <a:rect b="b" l="l" r="r" t="t"/>
              <a:pathLst>
                <a:path extrusionOk="0" h="84813" w="84813">
                  <a:moveTo>
                    <a:pt x="42406" y="1"/>
                  </a:moveTo>
                  <a:cubicBezTo>
                    <a:pt x="41167" y="1"/>
                    <a:pt x="39927" y="66"/>
                    <a:pt x="38688" y="196"/>
                  </a:cubicBezTo>
                  <a:lnTo>
                    <a:pt x="36763" y="7014"/>
                  </a:lnTo>
                  <a:cubicBezTo>
                    <a:pt x="34284" y="7405"/>
                    <a:pt x="31870" y="8058"/>
                    <a:pt x="29554" y="8938"/>
                  </a:cubicBezTo>
                  <a:lnTo>
                    <a:pt x="24531" y="4013"/>
                  </a:lnTo>
                  <a:cubicBezTo>
                    <a:pt x="22247" y="5057"/>
                    <a:pt x="20094" y="6296"/>
                    <a:pt x="18072" y="7699"/>
                  </a:cubicBezTo>
                  <a:lnTo>
                    <a:pt x="19833" y="14549"/>
                  </a:lnTo>
                  <a:cubicBezTo>
                    <a:pt x="17876" y="16115"/>
                    <a:pt x="16115" y="17876"/>
                    <a:pt x="14549" y="19833"/>
                  </a:cubicBezTo>
                  <a:lnTo>
                    <a:pt x="7699" y="18072"/>
                  </a:lnTo>
                  <a:cubicBezTo>
                    <a:pt x="6296" y="20094"/>
                    <a:pt x="5057" y="22247"/>
                    <a:pt x="4013" y="24531"/>
                  </a:cubicBezTo>
                  <a:lnTo>
                    <a:pt x="8938" y="29554"/>
                  </a:lnTo>
                  <a:cubicBezTo>
                    <a:pt x="8058" y="31870"/>
                    <a:pt x="7405" y="34284"/>
                    <a:pt x="7014" y="36763"/>
                  </a:cubicBezTo>
                  <a:lnTo>
                    <a:pt x="196" y="38688"/>
                  </a:lnTo>
                  <a:cubicBezTo>
                    <a:pt x="66" y="39927"/>
                    <a:pt x="1" y="41167"/>
                    <a:pt x="1" y="42406"/>
                  </a:cubicBezTo>
                  <a:cubicBezTo>
                    <a:pt x="1" y="43646"/>
                    <a:pt x="66" y="44885"/>
                    <a:pt x="196" y="46125"/>
                  </a:cubicBezTo>
                  <a:lnTo>
                    <a:pt x="7014" y="48050"/>
                  </a:lnTo>
                  <a:cubicBezTo>
                    <a:pt x="7405" y="50529"/>
                    <a:pt x="8058" y="52943"/>
                    <a:pt x="8938" y="55259"/>
                  </a:cubicBezTo>
                  <a:lnTo>
                    <a:pt x="4013" y="60282"/>
                  </a:lnTo>
                  <a:cubicBezTo>
                    <a:pt x="5057" y="62565"/>
                    <a:pt x="6296" y="64718"/>
                    <a:pt x="7699" y="66741"/>
                  </a:cubicBezTo>
                  <a:lnTo>
                    <a:pt x="14549" y="64979"/>
                  </a:lnTo>
                  <a:cubicBezTo>
                    <a:pt x="16115" y="66936"/>
                    <a:pt x="17876" y="68698"/>
                    <a:pt x="19833" y="70264"/>
                  </a:cubicBezTo>
                  <a:lnTo>
                    <a:pt x="18072" y="77114"/>
                  </a:lnTo>
                  <a:cubicBezTo>
                    <a:pt x="20094" y="78517"/>
                    <a:pt x="22247" y="79756"/>
                    <a:pt x="24531" y="80800"/>
                  </a:cubicBezTo>
                  <a:lnTo>
                    <a:pt x="29554" y="75874"/>
                  </a:lnTo>
                  <a:cubicBezTo>
                    <a:pt x="31870" y="76755"/>
                    <a:pt x="34284" y="77407"/>
                    <a:pt x="36763" y="77799"/>
                  </a:cubicBezTo>
                  <a:lnTo>
                    <a:pt x="38688" y="84616"/>
                  </a:lnTo>
                  <a:cubicBezTo>
                    <a:pt x="39927" y="84747"/>
                    <a:pt x="41167" y="84812"/>
                    <a:pt x="42406" y="84812"/>
                  </a:cubicBezTo>
                  <a:cubicBezTo>
                    <a:pt x="43646" y="84812"/>
                    <a:pt x="44885" y="84747"/>
                    <a:pt x="46125" y="84616"/>
                  </a:cubicBezTo>
                  <a:lnTo>
                    <a:pt x="48050" y="77799"/>
                  </a:lnTo>
                  <a:cubicBezTo>
                    <a:pt x="50529" y="77407"/>
                    <a:pt x="52943" y="76755"/>
                    <a:pt x="55259" y="75874"/>
                  </a:cubicBezTo>
                  <a:lnTo>
                    <a:pt x="60282" y="80800"/>
                  </a:lnTo>
                  <a:cubicBezTo>
                    <a:pt x="62565" y="79756"/>
                    <a:pt x="64718" y="78517"/>
                    <a:pt x="66741" y="77114"/>
                  </a:cubicBezTo>
                  <a:lnTo>
                    <a:pt x="64979" y="70264"/>
                  </a:lnTo>
                  <a:cubicBezTo>
                    <a:pt x="66936" y="68698"/>
                    <a:pt x="68698" y="66936"/>
                    <a:pt x="70264" y="64979"/>
                  </a:cubicBezTo>
                  <a:lnTo>
                    <a:pt x="77114" y="66741"/>
                  </a:lnTo>
                  <a:cubicBezTo>
                    <a:pt x="78517" y="64718"/>
                    <a:pt x="79756" y="62565"/>
                    <a:pt x="80800" y="60282"/>
                  </a:cubicBezTo>
                  <a:lnTo>
                    <a:pt x="75874" y="55259"/>
                  </a:lnTo>
                  <a:cubicBezTo>
                    <a:pt x="76755" y="52943"/>
                    <a:pt x="77407" y="50529"/>
                    <a:pt x="77799" y="48050"/>
                  </a:cubicBezTo>
                  <a:lnTo>
                    <a:pt x="84616" y="46125"/>
                  </a:lnTo>
                  <a:cubicBezTo>
                    <a:pt x="84747" y="44885"/>
                    <a:pt x="84812" y="43646"/>
                    <a:pt x="84812" y="42406"/>
                  </a:cubicBezTo>
                  <a:cubicBezTo>
                    <a:pt x="84812" y="41167"/>
                    <a:pt x="84747" y="39927"/>
                    <a:pt x="84616" y="38688"/>
                  </a:cubicBezTo>
                  <a:lnTo>
                    <a:pt x="77799" y="36763"/>
                  </a:lnTo>
                  <a:cubicBezTo>
                    <a:pt x="77407" y="34284"/>
                    <a:pt x="76755" y="31870"/>
                    <a:pt x="75874" y="29554"/>
                  </a:cubicBezTo>
                  <a:lnTo>
                    <a:pt x="80800" y="24531"/>
                  </a:lnTo>
                  <a:cubicBezTo>
                    <a:pt x="79756" y="22247"/>
                    <a:pt x="78517" y="20094"/>
                    <a:pt x="77114" y="18072"/>
                  </a:cubicBezTo>
                  <a:lnTo>
                    <a:pt x="70264" y="19833"/>
                  </a:lnTo>
                  <a:cubicBezTo>
                    <a:pt x="68698" y="17876"/>
                    <a:pt x="66936" y="16115"/>
                    <a:pt x="64979" y="14549"/>
                  </a:cubicBezTo>
                  <a:lnTo>
                    <a:pt x="66741" y="7699"/>
                  </a:lnTo>
                  <a:cubicBezTo>
                    <a:pt x="64718" y="6296"/>
                    <a:pt x="62565" y="5057"/>
                    <a:pt x="60282" y="4013"/>
                  </a:cubicBezTo>
                  <a:lnTo>
                    <a:pt x="55259" y="8938"/>
                  </a:lnTo>
                  <a:cubicBezTo>
                    <a:pt x="52943" y="8058"/>
                    <a:pt x="50529" y="7405"/>
                    <a:pt x="48050" y="7014"/>
                  </a:cubicBezTo>
                  <a:lnTo>
                    <a:pt x="46125" y="196"/>
                  </a:lnTo>
                  <a:cubicBezTo>
                    <a:pt x="44885" y="66"/>
                    <a:pt x="43646" y="1"/>
                    <a:pt x="42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1"/>
            <p:cNvSpPr/>
            <p:nvPr/>
          </p:nvSpPr>
          <p:spPr>
            <a:xfrm>
              <a:off x="7265719" y="1660368"/>
              <a:ext cx="237763" cy="237763"/>
            </a:xfrm>
            <a:custGeom>
              <a:rect b="b" l="l" r="r" t="t"/>
              <a:pathLst>
                <a:path extrusionOk="0" h="19573" w="19573">
                  <a:moveTo>
                    <a:pt x="9787" y="1"/>
                  </a:moveTo>
                  <a:lnTo>
                    <a:pt x="1" y="19573"/>
                  </a:lnTo>
                  <a:lnTo>
                    <a:pt x="19573" y="19573"/>
                  </a:lnTo>
                  <a:lnTo>
                    <a:pt x="9787" y="1"/>
                  </a:lnTo>
                  <a:close/>
                </a:path>
              </a:pathLst>
            </a:custGeom>
            <a:solidFill>
              <a:srgbClr val="DED8D0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1"/>
            <p:cNvSpPr/>
            <p:nvPr/>
          </p:nvSpPr>
          <p:spPr>
            <a:xfrm>
              <a:off x="7265719" y="1898118"/>
              <a:ext cx="237763" cy="673640"/>
            </a:xfrm>
            <a:custGeom>
              <a:rect b="b" l="l" r="r" t="t"/>
              <a:pathLst>
                <a:path extrusionOk="0" h="55455" w="19573">
                  <a:moveTo>
                    <a:pt x="1" y="1"/>
                  </a:moveTo>
                  <a:lnTo>
                    <a:pt x="1" y="55455"/>
                  </a:lnTo>
                  <a:lnTo>
                    <a:pt x="19573" y="35883"/>
                  </a:lnTo>
                  <a:lnTo>
                    <a:pt x="19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1"/>
            <p:cNvSpPr/>
            <p:nvPr/>
          </p:nvSpPr>
          <p:spPr>
            <a:xfrm>
              <a:off x="6631716" y="1660368"/>
              <a:ext cx="396264" cy="515139"/>
            </a:xfrm>
            <a:custGeom>
              <a:rect b="b" l="l" r="r" t="t"/>
              <a:pathLst>
                <a:path extrusionOk="0" h="42407" w="32621">
                  <a:moveTo>
                    <a:pt x="16311" y="1"/>
                  </a:moveTo>
                  <a:lnTo>
                    <a:pt x="1" y="26097"/>
                  </a:lnTo>
                  <a:lnTo>
                    <a:pt x="9787" y="42407"/>
                  </a:lnTo>
                  <a:lnTo>
                    <a:pt x="22835" y="42407"/>
                  </a:lnTo>
                  <a:lnTo>
                    <a:pt x="32621" y="26097"/>
                  </a:lnTo>
                  <a:lnTo>
                    <a:pt x="16311" y="1"/>
                  </a:lnTo>
                  <a:close/>
                </a:path>
              </a:pathLst>
            </a:custGeom>
            <a:solidFill>
              <a:srgbClr val="DED8D0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1"/>
            <p:cNvSpPr/>
            <p:nvPr/>
          </p:nvSpPr>
          <p:spPr>
            <a:xfrm>
              <a:off x="6671342" y="2175494"/>
              <a:ext cx="317013" cy="922092"/>
            </a:xfrm>
            <a:custGeom>
              <a:rect b="b" l="l" r="r" t="t"/>
              <a:pathLst>
                <a:path extrusionOk="0" h="75908" w="26097">
                  <a:moveTo>
                    <a:pt x="6525" y="1"/>
                  </a:moveTo>
                  <a:lnTo>
                    <a:pt x="1" y="19573"/>
                  </a:lnTo>
                  <a:lnTo>
                    <a:pt x="5644" y="75907"/>
                  </a:lnTo>
                  <a:lnTo>
                    <a:pt x="22117" y="59434"/>
                  </a:lnTo>
                  <a:lnTo>
                    <a:pt x="26097" y="19573"/>
                  </a:lnTo>
                  <a:lnTo>
                    <a:pt x="195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1"/>
            <p:cNvSpPr/>
            <p:nvPr/>
          </p:nvSpPr>
          <p:spPr>
            <a:xfrm>
              <a:off x="7820471" y="2928372"/>
              <a:ext cx="634014" cy="634014"/>
            </a:xfrm>
            <a:custGeom>
              <a:rect b="b" l="l" r="r" t="t"/>
              <a:pathLst>
                <a:path extrusionOk="0" h="52193" w="52193">
                  <a:moveTo>
                    <a:pt x="26096" y="0"/>
                  </a:moveTo>
                  <a:cubicBezTo>
                    <a:pt x="11678" y="0"/>
                    <a:pt x="0" y="11678"/>
                    <a:pt x="0" y="26096"/>
                  </a:cubicBezTo>
                  <a:cubicBezTo>
                    <a:pt x="0" y="40514"/>
                    <a:pt x="11678" y="52192"/>
                    <a:pt x="26096" y="52192"/>
                  </a:cubicBezTo>
                  <a:cubicBezTo>
                    <a:pt x="40514" y="52192"/>
                    <a:pt x="52192" y="40514"/>
                    <a:pt x="52192" y="26096"/>
                  </a:cubicBezTo>
                  <a:cubicBezTo>
                    <a:pt x="52192" y="11678"/>
                    <a:pt x="40514" y="0"/>
                    <a:pt x="26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1"/>
            <p:cNvSpPr/>
            <p:nvPr/>
          </p:nvSpPr>
          <p:spPr>
            <a:xfrm>
              <a:off x="7899721" y="2928372"/>
              <a:ext cx="277388" cy="356638"/>
            </a:xfrm>
            <a:custGeom>
              <a:rect b="b" l="l" r="r" t="t"/>
              <a:pathLst>
                <a:path extrusionOk="0" h="29359" w="22835">
                  <a:moveTo>
                    <a:pt x="16310" y="0"/>
                  </a:moveTo>
                  <a:lnTo>
                    <a:pt x="16310" y="22834"/>
                  </a:lnTo>
                  <a:lnTo>
                    <a:pt x="0" y="22834"/>
                  </a:lnTo>
                  <a:lnTo>
                    <a:pt x="0" y="29358"/>
                  </a:lnTo>
                  <a:lnTo>
                    <a:pt x="22834" y="29358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1"/>
            <p:cNvSpPr/>
            <p:nvPr/>
          </p:nvSpPr>
          <p:spPr>
            <a:xfrm>
              <a:off x="8058222" y="3166123"/>
              <a:ext cx="158513" cy="158513"/>
            </a:xfrm>
            <a:custGeom>
              <a:rect b="b" l="l" r="r" t="t"/>
              <a:pathLst>
                <a:path extrusionOk="0" h="13049" w="13049">
                  <a:moveTo>
                    <a:pt x="6524" y="0"/>
                  </a:moveTo>
                  <a:cubicBezTo>
                    <a:pt x="2936" y="0"/>
                    <a:pt x="0" y="2936"/>
                    <a:pt x="0" y="6524"/>
                  </a:cubicBezTo>
                  <a:cubicBezTo>
                    <a:pt x="0" y="10113"/>
                    <a:pt x="2936" y="13048"/>
                    <a:pt x="6524" y="13048"/>
                  </a:cubicBezTo>
                  <a:cubicBezTo>
                    <a:pt x="10113" y="13048"/>
                    <a:pt x="13048" y="10113"/>
                    <a:pt x="13048" y="6524"/>
                  </a:cubicBezTo>
                  <a:cubicBezTo>
                    <a:pt x="13048" y="2936"/>
                    <a:pt x="10113" y="0"/>
                    <a:pt x="6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1"/>
            <p:cNvSpPr/>
            <p:nvPr/>
          </p:nvSpPr>
          <p:spPr>
            <a:xfrm>
              <a:off x="6790217" y="1660368"/>
              <a:ext cx="79262" cy="317013"/>
            </a:xfrm>
            <a:custGeom>
              <a:rect b="b" l="l" r="r" t="t"/>
              <a:pathLst>
                <a:path extrusionOk="0" h="26097" w="6525">
                  <a:moveTo>
                    <a:pt x="3263" y="1"/>
                  </a:moveTo>
                  <a:lnTo>
                    <a:pt x="1" y="5220"/>
                  </a:lnTo>
                  <a:lnTo>
                    <a:pt x="1" y="26097"/>
                  </a:lnTo>
                  <a:lnTo>
                    <a:pt x="6525" y="26097"/>
                  </a:lnTo>
                  <a:lnTo>
                    <a:pt x="6525" y="5220"/>
                  </a:lnTo>
                  <a:lnTo>
                    <a:pt x="326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1"/>
            <p:cNvSpPr/>
            <p:nvPr/>
          </p:nvSpPr>
          <p:spPr>
            <a:xfrm>
              <a:off x="6841334" y="2939864"/>
              <a:ext cx="135141" cy="135129"/>
            </a:xfrm>
            <a:custGeom>
              <a:rect b="b" l="l" r="r" t="t"/>
              <a:pathLst>
                <a:path extrusionOk="0" h="11124" w="11125">
                  <a:moveTo>
                    <a:pt x="4600" y="0"/>
                  </a:moveTo>
                  <a:lnTo>
                    <a:pt x="1" y="4600"/>
                  </a:lnTo>
                  <a:lnTo>
                    <a:pt x="6525" y="11124"/>
                  </a:lnTo>
                  <a:lnTo>
                    <a:pt x="11124" y="6524"/>
                  </a:lnTo>
                  <a:lnTo>
                    <a:pt x="4600" y="0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1"/>
            <p:cNvSpPr/>
            <p:nvPr/>
          </p:nvSpPr>
          <p:spPr>
            <a:xfrm>
              <a:off x="6960209" y="2820988"/>
              <a:ext cx="135141" cy="135129"/>
            </a:xfrm>
            <a:custGeom>
              <a:rect b="b" l="l" r="r" t="t"/>
              <a:pathLst>
                <a:path extrusionOk="0" h="11124" w="11125">
                  <a:moveTo>
                    <a:pt x="4600" y="0"/>
                  </a:moveTo>
                  <a:lnTo>
                    <a:pt x="1" y="4632"/>
                  </a:lnTo>
                  <a:lnTo>
                    <a:pt x="6525" y="11124"/>
                  </a:lnTo>
                  <a:lnTo>
                    <a:pt x="11124" y="6524"/>
                  </a:lnTo>
                  <a:lnTo>
                    <a:pt x="4600" y="0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1"/>
            <p:cNvSpPr/>
            <p:nvPr/>
          </p:nvSpPr>
          <p:spPr>
            <a:xfrm>
              <a:off x="7079085" y="2702113"/>
              <a:ext cx="135141" cy="135530"/>
            </a:xfrm>
            <a:custGeom>
              <a:rect b="b" l="l" r="r" t="t"/>
              <a:pathLst>
                <a:path extrusionOk="0" h="11157" w="11125">
                  <a:moveTo>
                    <a:pt x="4600" y="1"/>
                  </a:moveTo>
                  <a:lnTo>
                    <a:pt x="1" y="4633"/>
                  </a:lnTo>
                  <a:lnTo>
                    <a:pt x="6525" y="11156"/>
                  </a:lnTo>
                  <a:lnTo>
                    <a:pt x="11124" y="6524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1"/>
            <p:cNvSpPr/>
            <p:nvPr/>
          </p:nvSpPr>
          <p:spPr>
            <a:xfrm>
              <a:off x="7197960" y="2583237"/>
              <a:ext cx="135129" cy="135530"/>
            </a:xfrm>
            <a:custGeom>
              <a:rect b="b" l="l" r="r" t="t"/>
              <a:pathLst>
                <a:path extrusionOk="0" h="11157" w="11124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1"/>
            <p:cNvSpPr/>
            <p:nvPr/>
          </p:nvSpPr>
          <p:spPr>
            <a:xfrm>
              <a:off x="7316835" y="2464362"/>
              <a:ext cx="135129" cy="135530"/>
            </a:xfrm>
            <a:custGeom>
              <a:rect b="b" l="l" r="r" t="t"/>
              <a:pathLst>
                <a:path extrusionOk="0" h="11157" w="11124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1"/>
            <p:cNvSpPr/>
            <p:nvPr/>
          </p:nvSpPr>
          <p:spPr>
            <a:xfrm>
              <a:off x="7435711" y="2345487"/>
              <a:ext cx="135129" cy="135530"/>
            </a:xfrm>
            <a:custGeom>
              <a:rect b="b" l="l" r="r" t="t"/>
              <a:pathLst>
                <a:path extrusionOk="0" h="11157" w="11124">
                  <a:moveTo>
                    <a:pt x="4600" y="1"/>
                  </a:moveTo>
                  <a:lnTo>
                    <a:pt x="1" y="4633"/>
                  </a:lnTo>
                  <a:lnTo>
                    <a:pt x="6525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1"/>
            <p:cNvSpPr/>
            <p:nvPr/>
          </p:nvSpPr>
          <p:spPr>
            <a:xfrm>
              <a:off x="7554586" y="2226611"/>
              <a:ext cx="135129" cy="135530"/>
            </a:xfrm>
            <a:custGeom>
              <a:rect b="b" l="l" r="r" t="t"/>
              <a:pathLst>
                <a:path extrusionOk="0" h="11157" w="11124">
                  <a:moveTo>
                    <a:pt x="4600" y="1"/>
                  </a:moveTo>
                  <a:lnTo>
                    <a:pt x="1" y="4633"/>
                  </a:lnTo>
                  <a:lnTo>
                    <a:pt x="6524" y="11157"/>
                  </a:lnTo>
                  <a:lnTo>
                    <a:pt x="11124" y="6525"/>
                  </a:lnTo>
                  <a:lnTo>
                    <a:pt x="4600" y="1"/>
                  </a:lnTo>
                  <a:close/>
                </a:path>
              </a:pathLst>
            </a:custGeom>
            <a:solidFill>
              <a:srgbClr val="6F3CC6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1"/>
            <p:cNvSpPr/>
            <p:nvPr/>
          </p:nvSpPr>
          <p:spPr>
            <a:xfrm>
              <a:off x="6354340" y="3364249"/>
              <a:ext cx="79262" cy="79262"/>
            </a:xfrm>
            <a:custGeom>
              <a:rect b="b" l="l" r="r" t="t"/>
              <a:pathLst>
                <a:path extrusionOk="0" h="6525" w="6525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1"/>
            <p:cNvSpPr/>
            <p:nvPr/>
          </p:nvSpPr>
          <p:spPr>
            <a:xfrm>
              <a:off x="6512841" y="3364249"/>
              <a:ext cx="79262" cy="79262"/>
            </a:xfrm>
            <a:custGeom>
              <a:rect b="b" l="l" r="r" t="t"/>
              <a:pathLst>
                <a:path extrusionOk="0" h="6525" w="6525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1"/>
            <p:cNvSpPr/>
            <p:nvPr/>
          </p:nvSpPr>
          <p:spPr>
            <a:xfrm>
              <a:off x="6671342" y="3364249"/>
              <a:ext cx="79262" cy="79262"/>
            </a:xfrm>
            <a:custGeom>
              <a:rect b="b" l="l" r="r" t="t"/>
              <a:pathLst>
                <a:path extrusionOk="0" h="6525" w="6525">
                  <a:moveTo>
                    <a:pt x="1" y="0"/>
                  </a:moveTo>
                  <a:lnTo>
                    <a:pt x="1" y="6524"/>
                  </a:lnTo>
                  <a:lnTo>
                    <a:pt x="6525" y="6524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rgbClr val="1B91A9"/>
            </a:solidFill>
            <a:ln>
              <a:noFill/>
            </a:ln>
          </p:spPr>
          <p:txBody>
            <a:bodyPr anchorCtr="0" anchor="ctr" bIns="30950" lIns="30950" spcFirstLastPara="1" rIns="30950" wrap="square" tIns="30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49" name="Google Shape;849;p31" title="Screenshot 2026-02-22 1752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863" y="2637650"/>
            <a:ext cx="4710275" cy="22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31" title="Screenshot 2026-02-22 1753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2375" y="128125"/>
            <a:ext cx="2351250" cy="244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2"/>
          <p:cNvSpPr txBox="1"/>
          <p:nvPr>
            <p:ph type="title"/>
          </p:nvPr>
        </p:nvSpPr>
        <p:spPr>
          <a:xfrm>
            <a:off x="893775" y="221550"/>
            <a:ext cx="2847600" cy="12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05</a:t>
            </a:r>
            <a:endParaRPr/>
          </a:p>
        </p:txBody>
      </p:sp>
      <p:sp>
        <p:nvSpPr>
          <p:cNvPr id="856" name="Google Shape;856;p32"/>
          <p:cNvSpPr txBox="1"/>
          <p:nvPr>
            <p:ph idx="2" type="title"/>
          </p:nvPr>
        </p:nvSpPr>
        <p:spPr>
          <a:xfrm>
            <a:off x="1006575" y="1456350"/>
            <a:ext cx="3464100" cy="31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a DAX </a:t>
            </a:r>
            <a:r>
              <a:rPr lang="en"/>
              <a:t>measure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DAX = Data Analysis Expressions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</a:t>
            </a:r>
            <a:r>
              <a:rPr lang="en"/>
              <a:t> to SQL or pandas</a:t>
            </a:r>
            <a:endParaRPr/>
          </a:p>
        </p:txBody>
      </p:sp>
      <p:grpSp>
        <p:nvGrpSpPr>
          <p:cNvPr id="857" name="Google Shape;857;p32"/>
          <p:cNvGrpSpPr/>
          <p:nvPr/>
        </p:nvGrpSpPr>
        <p:grpSpPr>
          <a:xfrm>
            <a:off x="672300" y="1013625"/>
            <a:ext cx="95400" cy="3116250"/>
            <a:chOff x="4524300" y="1013625"/>
            <a:chExt cx="95400" cy="3116250"/>
          </a:xfrm>
        </p:grpSpPr>
        <p:sp>
          <p:nvSpPr>
            <p:cNvPr id="858" name="Google Shape;858;p32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2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4" name="Google Shape;864;p32"/>
          <p:cNvGrpSpPr/>
          <p:nvPr/>
        </p:nvGrpSpPr>
        <p:grpSpPr>
          <a:xfrm>
            <a:off x="2805221" y="3826424"/>
            <a:ext cx="1165927" cy="1166400"/>
            <a:chOff x="1435250" y="482750"/>
            <a:chExt cx="4729925" cy="4729925"/>
          </a:xfrm>
        </p:grpSpPr>
        <p:sp>
          <p:nvSpPr>
            <p:cNvPr id="865" name="Google Shape;865;p32"/>
            <p:cNvSpPr/>
            <p:nvPr/>
          </p:nvSpPr>
          <p:spPr>
            <a:xfrm>
              <a:off x="1435250" y="2929250"/>
              <a:ext cx="3180475" cy="2283425"/>
            </a:xfrm>
            <a:custGeom>
              <a:rect b="b" l="l" r="r" t="t"/>
              <a:pathLst>
                <a:path extrusionOk="0" h="91337" w="127219">
                  <a:moveTo>
                    <a:pt x="19573" y="1"/>
                  </a:moveTo>
                  <a:cubicBezTo>
                    <a:pt x="8776" y="1"/>
                    <a:pt x="1" y="8775"/>
                    <a:pt x="1" y="19572"/>
                  </a:cubicBezTo>
                  <a:lnTo>
                    <a:pt x="1" y="91336"/>
                  </a:lnTo>
                  <a:lnTo>
                    <a:pt x="88075" y="91336"/>
                  </a:lnTo>
                  <a:lnTo>
                    <a:pt x="88075" y="29358"/>
                  </a:lnTo>
                  <a:lnTo>
                    <a:pt x="127218" y="68502"/>
                  </a:lnTo>
                  <a:lnTo>
                    <a:pt x="127218" y="35882"/>
                  </a:lnTo>
                  <a:lnTo>
                    <a:pt x="96132" y="4796"/>
                  </a:lnTo>
                  <a:cubicBezTo>
                    <a:pt x="93065" y="1729"/>
                    <a:pt x="88923" y="1"/>
                    <a:pt x="845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1484200" y="4046475"/>
              <a:ext cx="472200" cy="456100"/>
            </a:xfrm>
            <a:custGeom>
              <a:rect b="b" l="l" r="r" t="t"/>
              <a:pathLst>
                <a:path extrusionOk="0" h="18244" w="18888">
                  <a:moveTo>
                    <a:pt x="3601" y="1"/>
                  </a:moveTo>
                  <a:cubicBezTo>
                    <a:pt x="2765" y="1"/>
                    <a:pt x="1925" y="327"/>
                    <a:pt x="1272" y="979"/>
                  </a:cubicBezTo>
                  <a:cubicBezTo>
                    <a:pt x="0" y="2252"/>
                    <a:pt x="0" y="4307"/>
                    <a:pt x="1272" y="5579"/>
                  </a:cubicBezTo>
                  <a:lnTo>
                    <a:pt x="12983" y="17289"/>
                  </a:lnTo>
                  <a:cubicBezTo>
                    <a:pt x="13619" y="17925"/>
                    <a:pt x="14451" y="18243"/>
                    <a:pt x="15283" y="18243"/>
                  </a:cubicBezTo>
                  <a:cubicBezTo>
                    <a:pt x="16114" y="18243"/>
                    <a:pt x="16946" y="17925"/>
                    <a:pt x="17582" y="17289"/>
                  </a:cubicBezTo>
                  <a:cubicBezTo>
                    <a:pt x="18887" y="15985"/>
                    <a:pt x="18887" y="13929"/>
                    <a:pt x="17582" y="12657"/>
                  </a:cubicBezTo>
                  <a:lnTo>
                    <a:pt x="5904" y="979"/>
                  </a:lnTo>
                  <a:cubicBezTo>
                    <a:pt x="5268" y="327"/>
                    <a:pt x="4436" y="1"/>
                    <a:pt x="3601" y="1"/>
                  </a:cubicBezTo>
                  <a:close/>
                </a:path>
              </a:pathLst>
            </a:custGeom>
            <a:solidFill>
              <a:srgbClr val="A855CB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2"/>
            <p:cNvSpPr/>
            <p:nvPr/>
          </p:nvSpPr>
          <p:spPr>
            <a:xfrm>
              <a:off x="1891950" y="3557800"/>
              <a:ext cx="512950" cy="496250"/>
            </a:xfrm>
            <a:custGeom>
              <a:rect b="b" l="l" r="r" t="t"/>
              <a:pathLst>
                <a:path extrusionOk="0" h="19850" w="20518">
                  <a:moveTo>
                    <a:pt x="3601" y="0"/>
                  </a:moveTo>
                  <a:cubicBezTo>
                    <a:pt x="2765" y="0"/>
                    <a:pt x="1925" y="318"/>
                    <a:pt x="1272" y="954"/>
                  </a:cubicBezTo>
                  <a:cubicBezTo>
                    <a:pt x="0" y="2227"/>
                    <a:pt x="0" y="4282"/>
                    <a:pt x="1272" y="5554"/>
                  </a:cubicBezTo>
                  <a:lnTo>
                    <a:pt x="14614" y="18895"/>
                  </a:lnTo>
                  <a:cubicBezTo>
                    <a:pt x="15250" y="19531"/>
                    <a:pt x="16082" y="19850"/>
                    <a:pt x="16913" y="19850"/>
                  </a:cubicBezTo>
                  <a:cubicBezTo>
                    <a:pt x="17745" y="19850"/>
                    <a:pt x="18577" y="19531"/>
                    <a:pt x="19213" y="18895"/>
                  </a:cubicBezTo>
                  <a:cubicBezTo>
                    <a:pt x="20518" y="17591"/>
                    <a:pt x="20518" y="15536"/>
                    <a:pt x="19213" y="14263"/>
                  </a:cubicBezTo>
                  <a:lnTo>
                    <a:pt x="5904" y="954"/>
                  </a:lnTo>
                  <a:cubicBezTo>
                    <a:pt x="5268" y="318"/>
                    <a:pt x="4436" y="0"/>
                    <a:pt x="3601" y="0"/>
                  </a:cubicBezTo>
                  <a:close/>
                </a:path>
              </a:pathLst>
            </a:custGeom>
            <a:solidFill>
              <a:srgbClr val="A855CB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2"/>
            <p:cNvSpPr/>
            <p:nvPr/>
          </p:nvSpPr>
          <p:spPr>
            <a:xfrm>
              <a:off x="4615700" y="3663200"/>
              <a:ext cx="1549475" cy="1549475"/>
            </a:xfrm>
            <a:custGeom>
              <a:rect b="b" l="l" r="r" t="t"/>
              <a:pathLst>
                <a:path extrusionOk="0" h="61979" w="61979">
                  <a:moveTo>
                    <a:pt x="0" y="0"/>
                  </a:moveTo>
                  <a:lnTo>
                    <a:pt x="0" y="61978"/>
                  </a:lnTo>
                  <a:lnTo>
                    <a:pt x="61978" y="61978"/>
                  </a:lnTo>
                  <a:lnTo>
                    <a:pt x="61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2"/>
            <p:cNvSpPr/>
            <p:nvPr/>
          </p:nvSpPr>
          <p:spPr>
            <a:xfrm>
              <a:off x="3310900" y="4886450"/>
              <a:ext cx="1304825" cy="326225"/>
            </a:xfrm>
            <a:custGeom>
              <a:rect b="b" l="l" r="r" t="t"/>
              <a:pathLst>
                <a:path extrusionOk="0" h="13049" w="52193">
                  <a:moveTo>
                    <a:pt x="1" y="0"/>
                  </a:moveTo>
                  <a:lnTo>
                    <a:pt x="1" y="6524"/>
                  </a:lnTo>
                  <a:cubicBezTo>
                    <a:pt x="1" y="10112"/>
                    <a:pt x="2936" y="13048"/>
                    <a:pt x="6525" y="13048"/>
                  </a:cubicBezTo>
                  <a:lnTo>
                    <a:pt x="52192" y="13048"/>
                  </a:lnTo>
                  <a:lnTo>
                    <a:pt x="52192" y="0"/>
                  </a:lnTo>
                  <a:close/>
                </a:path>
              </a:pathLst>
            </a:custGeom>
            <a:solidFill>
              <a:srgbClr val="2B94A9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2"/>
            <p:cNvSpPr/>
            <p:nvPr/>
          </p:nvSpPr>
          <p:spPr>
            <a:xfrm>
              <a:off x="2413850" y="2684600"/>
              <a:ext cx="489325" cy="733550"/>
            </a:xfrm>
            <a:custGeom>
              <a:rect b="b" l="l" r="r" t="t"/>
              <a:pathLst>
                <a:path extrusionOk="0" h="29342" w="19573">
                  <a:moveTo>
                    <a:pt x="1" y="1"/>
                  </a:moveTo>
                  <a:lnTo>
                    <a:pt x="1" y="19573"/>
                  </a:lnTo>
                  <a:cubicBezTo>
                    <a:pt x="1" y="24335"/>
                    <a:pt x="3426" y="28412"/>
                    <a:pt x="8123" y="29195"/>
                  </a:cubicBezTo>
                  <a:cubicBezTo>
                    <a:pt x="8688" y="29293"/>
                    <a:pt x="9252" y="29341"/>
                    <a:pt x="9809" y="29341"/>
                  </a:cubicBezTo>
                  <a:cubicBezTo>
                    <a:pt x="13883" y="29341"/>
                    <a:pt x="17612" y="26795"/>
                    <a:pt x="19018" y="22834"/>
                  </a:cubicBezTo>
                  <a:cubicBezTo>
                    <a:pt x="19377" y="21791"/>
                    <a:pt x="19573" y="20682"/>
                    <a:pt x="19573" y="19573"/>
                  </a:cubicBezTo>
                  <a:lnTo>
                    <a:pt x="19573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2576950" y="2684600"/>
              <a:ext cx="326225" cy="570875"/>
            </a:xfrm>
            <a:custGeom>
              <a:rect b="b" l="l" r="r" t="t"/>
              <a:pathLst>
                <a:path extrusionOk="0" h="22835" w="13049">
                  <a:moveTo>
                    <a:pt x="1" y="1"/>
                  </a:moveTo>
                  <a:lnTo>
                    <a:pt x="1" y="13049"/>
                  </a:lnTo>
                  <a:cubicBezTo>
                    <a:pt x="1" y="18463"/>
                    <a:pt x="4372" y="22834"/>
                    <a:pt x="9787" y="22834"/>
                  </a:cubicBezTo>
                  <a:lnTo>
                    <a:pt x="12494" y="22834"/>
                  </a:lnTo>
                  <a:cubicBezTo>
                    <a:pt x="12853" y="21791"/>
                    <a:pt x="13049" y="20682"/>
                    <a:pt x="13049" y="19573"/>
                  </a:cubicBezTo>
                  <a:lnTo>
                    <a:pt x="13049" y="1"/>
                  </a:lnTo>
                  <a:close/>
                </a:path>
              </a:pathLst>
            </a:custGeom>
            <a:solidFill>
              <a:srgbClr val="D5A6BD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2"/>
            <p:cNvSpPr/>
            <p:nvPr/>
          </p:nvSpPr>
          <p:spPr>
            <a:xfrm>
              <a:off x="1924550" y="4030175"/>
              <a:ext cx="2691175" cy="856300"/>
            </a:xfrm>
            <a:custGeom>
              <a:rect b="b" l="l" r="r" t="t"/>
              <a:pathLst>
                <a:path extrusionOk="0" h="34252" w="107647">
                  <a:moveTo>
                    <a:pt x="17942" y="0"/>
                  </a:moveTo>
                  <a:lnTo>
                    <a:pt x="1" y="17941"/>
                  </a:lnTo>
                  <a:lnTo>
                    <a:pt x="8678" y="26618"/>
                  </a:lnTo>
                  <a:cubicBezTo>
                    <a:pt x="13571" y="31511"/>
                    <a:pt x="20193" y="34251"/>
                    <a:pt x="27108" y="34251"/>
                  </a:cubicBezTo>
                  <a:lnTo>
                    <a:pt x="75027" y="34251"/>
                  </a:lnTo>
                  <a:lnTo>
                    <a:pt x="88075" y="24465"/>
                  </a:lnTo>
                  <a:lnTo>
                    <a:pt x="99720" y="33207"/>
                  </a:lnTo>
                  <a:cubicBezTo>
                    <a:pt x="100633" y="33892"/>
                    <a:pt x="101742" y="34251"/>
                    <a:pt x="102851" y="34251"/>
                  </a:cubicBezTo>
                  <a:cubicBezTo>
                    <a:pt x="105494" y="34251"/>
                    <a:pt x="107646" y="32098"/>
                    <a:pt x="107646" y="29456"/>
                  </a:cubicBezTo>
                  <a:cubicBezTo>
                    <a:pt x="107646" y="28347"/>
                    <a:pt x="107255" y="27271"/>
                    <a:pt x="106537" y="26390"/>
                  </a:cubicBezTo>
                  <a:lnTo>
                    <a:pt x="95512" y="13146"/>
                  </a:lnTo>
                  <a:cubicBezTo>
                    <a:pt x="92870" y="9982"/>
                    <a:pt x="88955" y="8155"/>
                    <a:pt x="84845" y="8155"/>
                  </a:cubicBezTo>
                  <a:cubicBezTo>
                    <a:pt x="82660" y="8155"/>
                    <a:pt x="80539" y="8645"/>
                    <a:pt x="78615" y="9623"/>
                  </a:cubicBezTo>
                  <a:lnTo>
                    <a:pt x="68503" y="14679"/>
                  </a:lnTo>
                  <a:lnTo>
                    <a:pt x="32621" y="14679"/>
                  </a:lnTo>
                  <a:lnTo>
                    <a:pt x="17942" y="0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2"/>
            <p:cNvSpPr/>
            <p:nvPr/>
          </p:nvSpPr>
          <p:spPr>
            <a:xfrm>
              <a:off x="3963300" y="3581650"/>
              <a:ext cx="652425" cy="1060175"/>
            </a:xfrm>
            <a:custGeom>
              <a:rect b="b" l="l" r="r" t="t"/>
              <a:pathLst>
                <a:path extrusionOk="0" h="42407" w="26097">
                  <a:moveTo>
                    <a:pt x="16310" y="0"/>
                  </a:moveTo>
                  <a:lnTo>
                    <a:pt x="1" y="16310"/>
                  </a:lnTo>
                  <a:lnTo>
                    <a:pt x="26096" y="42406"/>
                  </a:lnTo>
                  <a:lnTo>
                    <a:pt x="26096" y="9786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2"/>
            <p:cNvSpPr/>
            <p:nvPr/>
          </p:nvSpPr>
          <p:spPr>
            <a:xfrm>
              <a:off x="5186550" y="4152500"/>
              <a:ext cx="489325" cy="489325"/>
            </a:xfrm>
            <a:custGeom>
              <a:rect b="b" l="l" r="r" t="t"/>
              <a:pathLst>
                <a:path extrusionOk="0" h="19573" w="19573">
                  <a:moveTo>
                    <a:pt x="9786" y="0"/>
                  </a:moveTo>
                  <a:cubicBezTo>
                    <a:pt x="4371" y="0"/>
                    <a:pt x="0" y="4371"/>
                    <a:pt x="0" y="9786"/>
                  </a:cubicBezTo>
                  <a:cubicBezTo>
                    <a:pt x="0" y="15201"/>
                    <a:pt x="4371" y="19572"/>
                    <a:pt x="9786" y="19572"/>
                  </a:cubicBezTo>
                  <a:cubicBezTo>
                    <a:pt x="15201" y="19572"/>
                    <a:pt x="19572" y="15201"/>
                    <a:pt x="19572" y="9786"/>
                  </a:cubicBezTo>
                  <a:cubicBezTo>
                    <a:pt x="19572" y="4371"/>
                    <a:pt x="15201" y="0"/>
                    <a:pt x="9786" y="0"/>
                  </a:cubicBezTo>
                  <a:close/>
                </a:path>
              </a:pathLst>
            </a:custGeom>
            <a:solidFill>
              <a:srgbClr val="2B94A9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2"/>
            <p:cNvSpPr/>
            <p:nvPr/>
          </p:nvSpPr>
          <p:spPr>
            <a:xfrm>
              <a:off x="3555550" y="482750"/>
              <a:ext cx="2609625" cy="2772725"/>
            </a:xfrm>
            <a:custGeom>
              <a:rect b="b" l="l" r="r" t="t"/>
              <a:pathLst>
                <a:path extrusionOk="0" h="110909" w="104385">
                  <a:moveTo>
                    <a:pt x="6525" y="1"/>
                  </a:moveTo>
                  <a:cubicBezTo>
                    <a:pt x="2936" y="1"/>
                    <a:pt x="1" y="2937"/>
                    <a:pt x="1" y="6525"/>
                  </a:cubicBezTo>
                  <a:lnTo>
                    <a:pt x="1" y="88075"/>
                  </a:lnTo>
                  <a:cubicBezTo>
                    <a:pt x="1" y="91663"/>
                    <a:pt x="2936" y="94599"/>
                    <a:pt x="6525" y="94599"/>
                  </a:cubicBezTo>
                  <a:lnTo>
                    <a:pt x="48930" y="94599"/>
                  </a:lnTo>
                  <a:lnTo>
                    <a:pt x="71764" y="110908"/>
                  </a:lnTo>
                  <a:lnTo>
                    <a:pt x="71764" y="94599"/>
                  </a:lnTo>
                  <a:lnTo>
                    <a:pt x="97860" y="94599"/>
                  </a:lnTo>
                  <a:cubicBezTo>
                    <a:pt x="101448" y="94599"/>
                    <a:pt x="104384" y="91663"/>
                    <a:pt x="104384" y="88075"/>
                  </a:cubicBezTo>
                  <a:lnTo>
                    <a:pt x="104384" y="6525"/>
                  </a:lnTo>
                  <a:cubicBezTo>
                    <a:pt x="104384" y="2937"/>
                    <a:pt x="101448" y="1"/>
                    <a:pt x="978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2"/>
            <p:cNvSpPr/>
            <p:nvPr/>
          </p:nvSpPr>
          <p:spPr>
            <a:xfrm>
              <a:off x="3881750" y="105360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2"/>
            <p:cNvSpPr/>
            <p:nvPr/>
          </p:nvSpPr>
          <p:spPr>
            <a:xfrm>
              <a:off x="4289500" y="1053600"/>
              <a:ext cx="489325" cy="163125"/>
            </a:xfrm>
            <a:custGeom>
              <a:rect b="b" l="l" r="r" t="t"/>
              <a:pathLst>
                <a:path extrusionOk="0" h="6525" w="19573">
                  <a:moveTo>
                    <a:pt x="0" y="1"/>
                  </a:moveTo>
                  <a:lnTo>
                    <a:pt x="0" y="6525"/>
                  </a:lnTo>
                  <a:lnTo>
                    <a:pt x="19572" y="6525"/>
                  </a:lnTo>
                  <a:lnTo>
                    <a:pt x="19572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4941900" y="105360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2"/>
            <p:cNvSpPr/>
            <p:nvPr/>
          </p:nvSpPr>
          <p:spPr>
            <a:xfrm>
              <a:off x="3881750" y="137980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2"/>
            <p:cNvSpPr/>
            <p:nvPr/>
          </p:nvSpPr>
          <p:spPr>
            <a:xfrm>
              <a:off x="4289500" y="1379800"/>
              <a:ext cx="244675" cy="163125"/>
            </a:xfrm>
            <a:custGeom>
              <a:rect b="b" l="l" r="r" t="t"/>
              <a:pathLst>
                <a:path extrusionOk="0" h="6525" w="9787">
                  <a:moveTo>
                    <a:pt x="0" y="1"/>
                  </a:moveTo>
                  <a:lnTo>
                    <a:pt x="0" y="6525"/>
                  </a:lnTo>
                  <a:lnTo>
                    <a:pt x="9786" y="6525"/>
                  </a:lnTo>
                  <a:lnTo>
                    <a:pt x="9786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2"/>
            <p:cNvSpPr/>
            <p:nvPr/>
          </p:nvSpPr>
          <p:spPr>
            <a:xfrm>
              <a:off x="4697250" y="1379800"/>
              <a:ext cx="897075" cy="163125"/>
            </a:xfrm>
            <a:custGeom>
              <a:rect b="b" l="l" r="r" t="t"/>
              <a:pathLst>
                <a:path extrusionOk="0" h="6525" w="35883">
                  <a:moveTo>
                    <a:pt x="0" y="1"/>
                  </a:moveTo>
                  <a:lnTo>
                    <a:pt x="0" y="6525"/>
                  </a:lnTo>
                  <a:lnTo>
                    <a:pt x="35882" y="6525"/>
                  </a:lnTo>
                  <a:lnTo>
                    <a:pt x="35882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2"/>
            <p:cNvSpPr/>
            <p:nvPr/>
          </p:nvSpPr>
          <p:spPr>
            <a:xfrm>
              <a:off x="3881750" y="170600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2"/>
            <p:cNvSpPr/>
            <p:nvPr/>
          </p:nvSpPr>
          <p:spPr>
            <a:xfrm>
              <a:off x="4289500" y="1706000"/>
              <a:ext cx="652425" cy="163125"/>
            </a:xfrm>
            <a:custGeom>
              <a:rect b="b" l="l" r="r" t="t"/>
              <a:pathLst>
                <a:path extrusionOk="0" h="6525" w="26097">
                  <a:moveTo>
                    <a:pt x="0" y="1"/>
                  </a:moveTo>
                  <a:lnTo>
                    <a:pt x="0" y="6525"/>
                  </a:lnTo>
                  <a:lnTo>
                    <a:pt x="26096" y="6525"/>
                  </a:lnTo>
                  <a:lnTo>
                    <a:pt x="26096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2"/>
            <p:cNvSpPr/>
            <p:nvPr/>
          </p:nvSpPr>
          <p:spPr>
            <a:xfrm>
              <a:off x="5105000" y="170600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2"/>
            <p:cNvSpPr/>
            <p:nvPr/>
          </p:nvSpPr>
          <p:spPr>
            <a:xfrm>
              <a:off x="3881750" y="203220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2"/>
            <p:cNvSpPr/>
            <p:nvPr/>
          </p:nvSpPr>
          <p:spPr>
            <a:xfrm>
              <a:off x="4289500" y="2032200"/>
              <a:ext cx="1141725" cy="163125"/>
            </a:xfrm>
            <a:custGeom>
              <a:rect b="b" l="l" r="r" t="t"/>
              <a:pathLst>
                <a:path extrusionOk="0" h="6525" w="45669">
                  <a:moveTo>
                    <a:pt x="0" y="1"/>
                  </a:moveTo>
                  <a:lnTo>
                    <a:pt x="0" y="6525"/>
                  </a:lnTo>
                  <a:lnTo>
                    <a:pt x="45668" y="6525"/>
                  </a:lnTo>
                  <a:lnTo>
                    <a:pt x="45668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2"/>
            <p:cNvSpPr/>
            <p:nvPr/>
          </p:nvSpPr>
          <p:spPr>
            <a:xfrm>
              <a:off x="5594300" y="203220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2"/>
            <p:cNvSpPr/>
            <p:nvPr/>
          </p:nvSpPr>
          <p:spPr>
            <a:xfrm>
              <a:off x="3881750" y="235840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1" y="1"/>
                  </a:moveTo>
                  <a:lnTo>
                    <a:pt x="1" y="6525"/>
                  </a:lnTo>
                  <a:lnTo>
                    <a:pt x="6525" y="652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2"/>
            <p:cNvSpPr/>
            <p:nvPr/>
          </p:nvSpPr>
          <p:spPr>
            <a:xfrm>
              <a:off x="4289500" y="2358400"/>
              <a:ext cx="733975" cy="163125"/>
            </a:xfrm>
            <a:custGeom>
              <a:rect b="b" l="l" r="r" t="t"/>
              <a:pathLst>
                <a:path extrusionOk="0" h="6525" w="29359">
                  <a:moveTo>
                    <a:pt x="0" y="1"/>
                  </a:moveTo>
                  <a:lnTo>
                    <a:pt x="0" y="6525"/>
                  </a:lnTo>
                  <a:lnTo>
                    <a:pt x="29358" y="6525"/>
                  </a:lnTo>
                  <a:lnTo>
                    <a:pt x="29358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5186550" y="235840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0" y="1"/>
                  </a:moveTo>
                  <a:lnTo>
                    <a:pt x="0" y="6525"/>
                  </a:lnTo>
                  <a:lnTo>
                    <a:pt x="6524" y="6525"/>
                  </a:lnTo>
                  <a:lnTo>
                    <a:pt x="6524" y="1"/>
                  </a:lnTo>
                  <a:close/>
                </a:path>
              </a:pathLst>
            </a:custGeom>
            <a:solidFill>
              <a:srgbClr val="AB90DE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2413850" y="2358400"/>
              <a:ext cx="652425" cy="733975"/>
            </a:xfrm>
            <a:custGeom>
              <a:rect b="b" l="l" r="r" t="t"/>
              <a:pathLst>
                <a:path extrusionOk="0" h="29359" w="26097">
                  <a:moveTo>
                    <a:pt x="9787" y="1"/>
                  </a:moveTo>
                  <a:lnTo>
                    <a:pt x="1" y="9787"/>
                  </a:lnTo>
                  <a:lnTo>
                    <a:pt x="1" y="16311"/>
                  </a:lnTo>
                  <a:cubicBezTo>
                    <a:pt x="1" y="23520"/>
                    <a:pt x="5840" y="29359"/>
                    <a:pt x="13049" y="29359"/>
                  </a:cubicBezTo>
                  <a:cubicBezTo>
                    <a:pt x="20258" y="29359"/>
                    <a:pt x="26097" y="23520"/>
                    <a:pt x="26097" y="16311"/>
                  </a:cubicBezTo>
                  <a:lnTo>
                    <a:pt x="26097" y="1"/>
                  </a:lnTo>
                  <a:close/>
                </a:path>
              </a:pathLst>
            </a:custGeom>
            <a:solidFill>
              <a:srgbClr val="EAD1DC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2413850" y="2032200"/>
              <a:ext cx="815525" cy="570875"/>
            </a:xfrm>
            <a:custGeom>
              <a:rect b="b" l="l" r="r" t="t"/>
              <a:pathLst>
                <a:path extrusionOk="0" h="22835" w="32621">
                  <a:moveTo>
                    <a:pt x="13049" y="1"/>
                  </a:moveTo>
                  <a:cubicBezTo>
                    <a:pt x="5840" y="1"/>
                    <a:pt x="1" y="5840"/>
                    <a:pt x="1" y="13049"/>
                  </a:cubicBezTo>
                  <a:lnTo>
                    <a:pt x="1" y="22835"/>
                  </a:lnTo>
                  <a:lnTo>
                    <a:pt x="9787" y="13049"/>
                  </a:lnTo>
                  <a:lnTo>
                    <a:pt x="26097" y="13049"/>
                  </a:lnTo>
                  <a:lnTo>
                    <a:pt x="29293" y="11450"/>
                  </a:lnTo>
                  <a:cubicBezTo>
                    <a:pt x="31316" y="10439"/>
                    <a:pt x="32621" y="8351"/>
                    <a:pt x="32621" y="6035"/>
                  </a:cubicBezTo>
                  <a:cubicBezTo>
                    <a:pt x="32621" y="2708"/>
                    <a:pt x="29913" y="1"/>
                    <a:pt x="26586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3718650" y="64585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3263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3" y="6525"/>
                  </a:cubicBezTo>
                  <a:cubicBezTo>
                    <a:pt x="5057" y="6525"/>
                    <a:pt x="6525" y="5057"/>
                    <a:pt x="6525" y="3263"/>
                  </a:cubicBezTo>
                  <a:cubicBezTo>
                    <a:pt x="6525" y="1469"/>
                    <a:pt x="5057" y="1"/>
                    <a:pt x="3263" y="1"/>
                  </a:cubicBezTo>
                  <a:close/>
                </a:path>
              </a:pathLst>
            </a:custGeom>
            <a:solidFill>
              <a:srgbClr val="198298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3963300" y="64585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3263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3" y="6525"/>
                  </a:cubicBezTo>
                  <a:cubicBezTo>
                    <a:pt x="5057" y="6525"/>
                    <a:pt x="6525" y="5057"/>
                    <a:pt x="6525" y="3263"/>
                  </a:cubicBezTo>
                  <a:cubicBezTo>
                    <a:pt x="6525" y="1469"/>
                    <a:pt x="5057" y="1"/>
                    <a:pt x="3263" y="1"/>
                  </a:cubicBezTo>
                  <a:close/>
                </a:path>
              </a:pathLst>
            </a:custGeom>
            <a:solidFill>
              <a:srgbClr val="22A2BC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2"/>
            <p:cNvSpPr/>
            <p:nvPr/>
          </p:nvSpPr>
          <p:spPr>
            <a:xfrm>
              <a:off x="4207950" y="645850"/>
              <a:ext cx="163125" cy="163125"/>
            </a:xfrm>
            <a:custGeom>
              <a:rect b="b" l="l" r="r" t="t"/>
              <a:pathLst>
                <a:path extrusionOk="0" h="6525" w="6525">
                  <a:moveTo>
                    <a:pt x="3262" y="1"/>
                  </a:moveTo>
                  <a:cubicBezTo>
                    <a:pt x="1468" y="1"/>
                    <a:pt x="1" y="1469"/>
                    <a:pt x="1" y="3263"/>
                  </a:cubicBezTo>
                  <a:cubicBezTo>
                    <a:pt x="1" y="5057"/>
                    <a:pt x="1468" y="6525"/>
                    <a:pt x="3262" y="6525"/>
                  </a:cubicBezTo>
                  <a:cubicBezTo>
                    <a:pt x="5057" y="6525"/>
                    <a:pt x="6524" y="5057"/>
                    <a:pt x="6524" y="3263"/>
                  </a:cubicBezTo>
                  <a:cubicBezTo>
                    <a:pt x="6524" y="1469"/>
                    <a:pt x="5057" y="1"/>
                    <a:pt x="3262" y="1"/>
                  </a:cubicBez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ctr" bIns="37400" lIns="37400" spcFirstLastPara="1" rIns="37400" wrap="square" tIns="37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96" name="Google Shape;896;p32" title="dax-query-view-measure-define-with-references-evalu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675" y="929725"/>
            <a:ext cx="4413050" cy="276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3"/>
          <p:cNvSpPr txBox="1"/>
          <p:nvPr>
            <p:ph type="title"/>
          </p:nvPr>
        </p:nvSpPr>
        <p:spPr>
          <a:xfrm>
            <a:off x="998775" y="271250"/>
            <a:ext cx="34314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 is good to know?</a:t>
            </a:r>
            <a:endParaRPr/>
          </a:p>
        </p:txBody>
      </p:sp>
      <p:sp>
        <p:nvSpPr>
          <p:cNvPr id="902" name="Google Shape;902;p33"/>
          <p:cNvSpPr txBox="1"/>
          <p:nvPr>
            <p:ph idx="2" type="body"/>
          </p:nvPr>
        </p:nvSpPr>
        <p:spPr>
          <a:xfrm>
            <a:off x="1313650" y="1358950"/>
            <a:ext cx="7110300" cy="27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Even if we use: Python, SQL, or Machine learning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We still need to: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Present results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Build dashboards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Communicate insights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b="1" lang="en" sz="1800">
                <a:latin typeface="Oswald"/>
                <a:ea typeface="Oswald"/>
                <a:cs typeface="Oswald"/>
                <a:sym typeface="Oswald"/>
              </a:rPr>
              <a:t>Power BI is a communication tool, not just visualization.</a:t>
            </a:r>
            <a:endParaRPr b="1"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ALSO: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It integrates with Azure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Can connect to SQL databases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Can embed ML outputs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4"/>
          <p:cNvSpPr txBox="1"/>
          <p:nvPr>
            <p:ph idx="1" type="subTitle"/>
          </p:nvPr>
        </p:nvSpPr>
        <p:spPr>
          <a:xfrm>
            <a:off x="580775" y="1618800"/>
            <a:ext cx="2944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Finance Dashboards</a:t>
            </a:r>
            <a:endParaRPr sz="2500"/>
          </a:p>
        </p:txBody>
      </p:sp>
      <p:sp>
        <p:nvSpPr>
          <p:cNvPr id="908" name="Google Shape;908;p34"/>
          <p:cNvSpPr txBox="1"/>
          <p:nvPr>
            <p:ph idx="7" type="subTitle"/>
          </p:nvPr>
        </p:nvSpPr>
        <p:spPr>
          <a:xfrm>
            <a:off x="5618946" y="1618800"/>
            <a:ext cx="26337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Sales Analytics</a:t>
            </a:r>
            <a:endParaRPr sz="2500"/>
          </a:p>
        </p:txBody>
      </p:sp>
      <p:sp>
        <p:nvSpPr>
          <p:cNvPr id="909" name="Google Shape;909;p34"/>
          <p:cNvSpPr txBox="1"/>
          <p:nvPr>
            <p:ph idx="3" type="subTitle"/>
          </p:nvPr>
        </p:nvSpPr>
        <p:spPr>
          <a:xfrm>
            <a:off x="499749" y="2942425"/>
            <a:ext cx="30252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Healthcare Reporting</a:t>
            </a:r>
            <a:endParaRPr sz="2500"/>
          </a:p>
        </p:txBody>
      </p:sp>
      <p:sp>
        <p:nvSpPr>
          <p:cNvPr id="910" name="Google Shape;910;p34"/>
          <p:cNvSpPr txBox="1"/>
          <p:nvPr>
            <p:ph idx="5" type="subTitle"/>
          </p:nvPr>
        </p:nvSpPr>
        <p:spPr>
          <a:xfrm>
            <a:off x="5618938" y="2942425"/>
            <a:ext cx="3525000" cy="3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Marketing Performance</a:t>
            </a:r>
            <a:endParaRPr sz="2500"/>
          </a:p>
        </p:txBody>
      </p:sp>
      <p:sp>
        <p:nvSpPr>
          <p:cNvPr id="911" name="Google Shape;911;p3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In</a:t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3672333" y="1611267"/>
            <a:ext cx="406871" cy="404753"/>
          </a:xfrm>
          <a:custGeom>
            <a:rect b="b" l="l" r="r" t="t"/>
            <a:pathLst>
              <a:path extrusionOk="0" h="11847" w="11909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3673922" y="2935449"/>
            <a:ext cx="403694" cy="403659"/>
          </a:xfrm>
          <a:custGeom>
            <a:rect b="b" l="l" r="r" t="t"/>
            <a:pathLst>
              <a:path extrusionOk="0" h="11815" w="11816">
                <a:moveTo>
                  <a:pt x="6207" y="693"/>
                </a:moveTo>
                <a:cubicBezTo>
                  <a:pt x="7877" y="819"/>
                  <a:pt x="9326" y="1670"/>
                  <a:pt x="10208" y="2993"/>
                </a:cubicBezTo>
                <a:lnTo>
                  <a:pt x="6207" y="5293"/>
                </a:lnTo>
                <a:lnTo>
                  <a:pt x="6207" y="693"/>
                </a:lnTo>
                <a:close/>
                <a:moveTo>
                  <a:pt x="10555" y="3623"/>
                </a:moveTo>
                <a:cubicBezTo>
                  <a:pt x="10901" y="4316"/>
                  <a:pt x="11090" y="5104"/>
                  <a:pt x="11090" y="5923"/>
                </a:cubicBezTo>
                <a:cubicBezTo>
                  <a:pt x="11090" y="7026"/>
                  <a:pt x="10744" y="8097"/>
                  <a:pt x="10114" y="8979"/>
                </a:cubicBezTo>
                <a:lnTo>
                  <a:pt x="6491" y="5986"/>
                </a:lnTo>
                <a:lnTo>
                  <a:pt x="10555" y="3623"/>
                </a:lnTo>
                <a:close/>
                <a:moveTo>
                  <a:pt x="5546" y="693"/>
                </a:moveTo>
                <a:lnTo>
                  <a:pt x="5546" y="5892"/>
                </a:lnTo>
                <a:cubicBezTo>
                  <a:pt x="5546" y="6018"/>
                  <a:pt x="5577" y="6081"/>
                  <a:pt x="5672" y="6175"/>
                </a:cubicBezTo>
                <a:lnTo>
                  <a:pt x="9673" y="9483"/>
                </a:lnTo>
                <a:cubicBezTo>
                  <a:pt x="8728" y="10491"/>
                  <a:pt x="7373" y="11121"/>
                  <a:pt x="5892" y="11121"/>
                </a:cubicBezTo>
                <a:cubicBezTo>
                  <a:pt x="3025" y="11121"/>
                  <a:pt x="662" y="8822"/>
                  <a:pt x="662" y="5892"/>
                </a:cubicBezTo>
                <a:cubicBezTo>
                  <a:pt x="662" y="3151"/>
                  <a:pt x="2836" y="851"/>
                  <a:pt x="5546" y="693"/>
                </a:cubicBezTo>
                <a:close/>
                <a:moveTo>
                  <a:pt x="5892" y="0"/>
                </a:moveTo>
                <a:cubicBezTo>
                  <a:pt x="2647" y="0"/>
                  <a:pt x="1" y="2615"/>
                  <a:pt x="1" y="5892"/>
                </a:cubicBezTo>
                <a:cubicBezTo>
                  <a:pt x="1" y="9168"/>
                  <a:pt x="2647" y="11814"/>
                  <a:pt x="5892" y="11814"/>
                </a:cubicBezTo>
                <a:cubicBezTo>
                  <a:pt x="9169" y="11814"/>
                  <a:pt x="11815" y="9168"/>
                  <a:pt x="11815" y="5892"/>
                </a:cubicBezTo>
                <a:cubicBezTo>
                  <a:pt x="11815" y="2678"/>
                  <a:pt x="9137" y="0"/>
                  <a:pt x="58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4"/>
          <p:cNvSpPr/>
          <p:nvPr/>
        </p:nvSpPr>
        <p:spPr>
          <a:xfrm>
            <a:off x="5058199" y="2935449"/>
            <a:ext cx="410151" cy="403659"/>
          </a:xfrm>
          <a:custGeom>
            <a:rect b="b" l="l" r="r" t="t"/>
            <a:pathLst>
              <a:path extrusionOk="0" h="11815" w="12005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5" name="Google Shape;915;p34"/>
          <p:cNvGrpSpPr/>
          <p:nvPr/>
        </p:nvGrpSpPr>
        <p:grpSpPr>
          <a:xfrm>
            <a:off x="5064520" y="1614901"/>
            <a:ext cx="397509" cy="397484"/>
            <a:chOff x="-1700225" y="2768875"/>
            <a:chExt cx="291450" cy="292225"/>
          </a:xfrm>
        </p:grpSpPr>
        <p:sp>
          <p:nvSpPr>
            <p:cNvPr id="916" name="Google Shape;916;p34"/>
            <p:cNvSpPr/>
            <p:nvPr/>
          </p:nvSpPr>
          <p:spPr>
            <a:xfrm>
              <a:off x="-1700225" y="2768875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-1667150" y="2801950"/>
              <a:ext cx="18150" cy="18150"/>
            </a:xfrm>
            <a:custGeom>
              <a:rect b="b" l="l" r="r" t="t"/>
              <a:pathLst>
                <a:path extrusionOk="0" h="726" w="726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-1632500" y="2801950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-1597850" y="2801950"/>
              <a:ext cx="17375" cy="18150"/>
            </a:xfrm>
            <a:custGeom>
              <a:rect b="b" l="l" r="r" t="t"/>
              <a:pathLst>
                <a:path extrusionOk="0" h="726" w="695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-1564750" y="2801950"/>
              <a:ext cx="120525" cy="18150"/>
            </a:xfrm>
            <a:custGeom>
              <a:rect b="b" l="l" r="r" t="t"/>
              <a:pathLst>
                <a:path extrusionOk="0" h="726" w="4821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-1597850" y="2924050"/>
              <a:ext cx="85100" cy="85075"/>
            </a:xfrm>
            <a:custGeom>
              <a:rect b="b" l="l" r="r" t="t"/>
              <a:pathLst>
                <a:path extrusionOk="0" h="3403" w="3404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5"/>
          <p:cNvSpPr txBox="1"/>
          <p:nvPr>
            <p:ph type="ctrTitle"/>
          </p:nvPr>
        </p:nvSpPr>
        <p:spPr>
          <a:xfrm>
            <a:off x="1887750" y="611725"/>
            <a:ext cx="5368500" cy="10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</a:t>
            </a:r>
            <a:r>
              <a:rPr lang="en">
                <a:solidFill>
                  <a:schemeClr val="accent2"/>
                </a:solidFill>
              </a:rPr>
              <a:t>H</a:t>
            </a:r>
            <a:r>
              <a:rPr lang="en">
                <a:solidFill>
                  <a:schemeClr val="accent3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N</a:t>
            </a:r>
            <a:r>
              <a:rPr lang="en">
                <a:solidFill>
                  <a:schemeClr val="accent5"/>
                </a:solidFill>
              </a:rPr>
              <a:t>K</a:t>
            </a:r>
            <a:r>
              <a:rPr lang="en">
                <a:solidFill>
                  <a:schemeClr val="accent6"/>
                </a:solidFill>
              </a:rPr>
              <a:t>S</a:t>
            </a:r>
            <a:endParaRPr/>
          </a:p>
        </p:txBody>
      </p:sp>
      <p:sp>
        <p:nvSpPr>
          <p:cNvPr id="927" name="Google Shape;927;p35"/>
          <p:cNvSpPr txBox="1"/>
          <p:nvPr>
            <p:ph idx="1" type="subTitle"/>
          </p:nvPr>
        </p:nvSpPr>
        <p:spPr>
          <a:xfrm>
            <a:off x="3044675" y="2305050"/>
            <a:ext cx="30549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Do you have any questions?</a:t>
            </a:r>
            <a:endParaRPr sz="2000"/>
          </a:p>
        </p:txBody>
      </p:sp>
      <p:sp>
        <p:nvSpPr>
          <p:cNvPr id="928" name="Google Shape;928;p35"/>
          <p:cNvSpPr/>
          <p:nvPr/>
        </p:nvSpPr>
        <p:spPr>
          <a:xfrm>
            <a:off x="3847726" y="1619602"/>
            <a:ext cx="407383" cy="407383"/>
          </a:xfrm>
          <a:custGeom>
            <a:rect b="b" l="l" r="r" t="t"/>
            <a:pathLst>
              <a:path extrusionOk="0" h="19982" w="19982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9" name="Google Shape;929;p35"/>
          <p:cNvGrpSpPr/>
          <p:nvPr/>
        </p:nvGrpSpPr>
        <p:grpSpPr>
          <a:xfrm>
            <a:off x="4368267" y="1619540"/>
            <a:ext cx="407432" cy="407391"/>
            <a:chOff x="812101" y="2571761"/>
            <a:chExt cx="417066" cy="417024"/>
          </a:xfrm>
        </p:grpSpPr>
        <p:sp>
          <p:nvSpPr>
            <p:cNvPr id="930" name="Google Shape;930;p35"/>
            <p:cNvSpPr/>
            <p:nvPr/>
          </p:nvSpPr>
          <p:spPr>
            <a:xfrm>
              <a:off x="935084" y="2694744"/>
              <a:ext cx="171071" cy="171071"/>
            </a:xfrm>
            <a:custGeom>
              <a:rect b="b" l="l" r="r" t="t"/>
              <a:pathLst>
                <a:path extrusionOk="0" h="8197" w="8197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5"/>
            <p:cNvSpPr/>
            <p:nvPr/>
          </p:nvSpPr>
          <p:spPr>
            <a:xfrm>
              <a:off x="860977" y="2620616"/>
              <a:ext cx="319311" cy="319290"/>
            </a:xfrm>
            <a:custGeom>
              <a:rect b="b" l="l" r="r" t="t"/>
              <a:pathLst>
                <a:path extrusionOk="0" h="15299" w="1530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5"/>
            <p:cNvSpPr/>
            <p:nvPr/>
          </p:nvSpPr>
          <p:spPr>
            <a:xfrm>
              <a:off x="812101" y="2571761"/>
              <a:ext cx="417066" cy="417024"/>
            </a:xfrm>
            <a:custGeom>
              <a:rect b="b" l="l" r="r" t="t"/>
              <a:pathLst>
                <a:path extrusionOk="0" h="19982" w="19984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5"/>
            <p:cNvSpPr/>
            <p:nvPr/>
          </p:nvSpPr>
          <p:spPr>
            <a:xfrm>
              <a:off x="1081712" y="2670306"/>
              <a:ext cx="48878" cy="48898"/>
            </a:xfrm>
            <a:custGeom>
              <a:rect b="b" l="l" r="r" t="t"/>
              <a:pathLst>
                <a:path extrusionOk="0" h="2343" w="2342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4" name="Google Shape;934;p35"/>
          <p:cNvGrpSpPr/>
          <p:nvPr/>
        </p:nvGrpSpPr>
        <p:grpSpPr>
          <a:xfrm>
            <a:off x="4888861" y="1619540"/>
            <a:ext cx="407391" cy="407391"/>
            <a:chOff x="1323129" y="2571761"/>
            <a:chExt cx="417024" cy="417024"/>
          </a:xfrm>
        </p:grpSpPr>
        <p:sp>
          <p:nvSpPr>
            <p:cNvPr id="935" name="Google Shape;935;p35"/>
            <p:cNvSpPr/>
            <p:nvPr/>
          </p:nvSpPr>
          <p:spPr>
            <a:xfrm>
              <a:off x="1385007" y="2719183"/>
              <a:ext cx="73337" cy="219907"/>
            </a:xfrm>
            <a:custGeom>
              <a:rect b="b" l="l" r="r" t="t"/>
              <a:pathLst>
                <a:path extrusionOk="0" h="10537" w="3514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5"/>
            <p:cNvSpPr/>
            <p:nvPr/>
          </p:nvSpPr>
          <p:spPr>
            <a:xfrm>
              <a:off x="1385007" y="2621430"/>
              <a:ext cx="73337" cy="73337"/>
            </a:xfrm>
            <a:custGeom>
              <a:rect b="b" l="l" r="r" t="t"/>
              <a:pathLst>
                <a:path extrusionOk="0" h="3514" w="3514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5"/>
            <p:cNvSpPr/>
            <p:nvPr/>
          </p:nvSpPr>
          <p:spPr>
            <a:xfrm>
              <a:off x="1482759" y="2718786"/>
              <a:ext cx="195510" cy="220304"/>
            </a:xfrm>
            <a:custGeom>
              <a:rect b="b" l="l" r="r" t="t"/>
              <a:pathLst>
                <a:path extrusionOk="0" h="10556" w="9368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5"/>
            <p:cNvSpPr/>
            <p:nvPr/>
          </p:nvSpPr>
          <p:spPr>
            <a:xfrm>
              <a:off x="1323129" y="2571761"/>
              <a:ext cx="417024" cy="417024"/>
            </a:xfrm>
            <a:custGeom>
              <a:rect b="b" l="l" r="r" t="t"/>
              <a:pathLst>
                <a:path extrusionOk="0" h="19982" w="19982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9" name="Google Shape;939;p35"/>
          <p:cNvSpPr/>
          <p:nvPr/>
        </p:nvSpPr>
        <p:spPr>
          <a:xfrm>
            <a:off x="11865675" y="1028350"/>
            <a:ext cx="40050" cy="12525"/>
          </a:xfrm>
          <a:custGeom>
            <a:rect b="b" l="l" r="r" t="t"/>
            <a:pathLst>
              <a:path extrusionOk="0" h="501" w="1602">
                <a:moveTo>
                  <a:pt x="234" y="0"/>
                </a:moveTo>
                <a:cubicBezTo>
                  <a:pt x="100" y="0"/>
                  <a:pt x="0" y="134"/>
                  <a:pt x="0" y="267"/>
                </a:cubicBezTo>
                <a:cubicBezTo>
                  <a:pt x="0" y="401"/>
                  <a:pt x="100" y="501"/>
                  <a:pt x="234" y="501"/>
                </a:cubicBezTo>
                <a:lnTo>
                  <a:pt x="1368" y="501"/>
                </a:lnTo>
                <a:cubicBezTo>
                  <a:pt x="1501" y="501"/>
                  <a:pt x="1601" y="401"/>
                  <a:pt x="1601" y="267"/>
                </a:cubicBezTo>
                <a:cubicBezTo>
                  <a:pt x="1601" y="134"/>
                  <a:pt x="1501" y="0"/>
                  <a:pt x="1368" y="0"/>
                </a:cubicBezTo>
                <a:close/>
              </a:path>
            </a:pathLst>
          </a:custGeom>
          <a:solidFill>
            <a:srgbClr val="12D7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